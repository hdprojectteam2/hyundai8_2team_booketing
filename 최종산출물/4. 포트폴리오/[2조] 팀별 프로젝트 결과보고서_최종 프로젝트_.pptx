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Default Extension="svg" ContentType="image/svg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9"/>
  </p:notesMasterIdLst>
  <p:handoutMasterIdLst>
    <p:handoutMasterId r:id="rId40"/>
  </p:handoutMasterIdLst>
  <p:sldIdLst>
    <p:sldId id="289" r:id="rId2"/>
    <p:sldId id="395" r:id="rId3"/>
    <p:sldId id="341" r:id="rId4"/>
    <p:sldId id="404" r:id="rId5"/>
    <p:sldId id="403" r:id="rId6"/>
    <p:sldId id="394" r:id="rId7"/>
    <p:sldId id="399" r:id="rId8"/>
    <p:sldId id="347" r:id="rId9"/>
    <p:sldId id="333" r:id="rId10"/>
    <p:sldId id="373" r:id="rId11"/>
    <p:sldId id="374" r:id="rId12"/>
    <p:sldId id="375" r:id="rId13"/>
    <p:sldId id="376" r:id="rId14"/>
    <p:sldId id="377" r:id="rId15"/>
    <p:sldId id="378" r:id="rId16"/>
    <p:sldId id="400" r:id="rId17"/>
    <p:sldId id="379" r:id="rId18"/>
    <p:sldId id="411" r:id="rId19"/>
    <p:sldId id="381" r:id="rId20"/>
    <p:sldId id="382" r:id="rId21"/>
    <p:sldId id="383" r:id="rId22"/>
    <p:sldId id="384" r:id="rId23"/>
    <p:sldId id="385" r:id="rId24"/>
    <p:sldId id="415" r:id="rId25"/>
    <p:sldId id="412" r:id="rId26"/>
    <p:sldId id="413" r:id="rId27"/>
    <p:sldId id="410" r:id="rId28"/>
    <p:sldId id="409" r:id="rId29"/>
    <p:sldId id="390" r:id="rId30"/>
    <p:sldId id="414" r:id="rId31"/>
    <p:sldId id="408" r:id="rId32"/>
    <p:sldId id="391" r:id="rId33"/>
    <p:sldId id="401" r:id="rId34"/>
    <p:sldId id="392" r:id="rId35"/>
    <p:sldId id="396" r:id="rId36"/>
    <p:sldId id="397" r:id="rId37"/>
    <p:sldId id="405" r:id="rId3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570" userDrawn="1">
          <p15:clr>
            <a:srgbClr val="A4A3A4"/>
          </p15:clr>
        </p15:guide>
        <p15:guide id="2" pos="325" userDrawn="1">
          <p15:clr>
            <a:srgbClr val="A4A3A4"/>
          </p15:clr>
        </p15:guide>
        <p15:guide id="3" pos="7401" userDrawn="1">
          <p15:clr>
            <a:srgbClr val="A4A3A4"/>
          </p15:clr>
        </p15:guide>
        <p15:guide id="4" pos="3840" userDrawn="1">
          <p15:clr>
            <a:srgbClr val="A4A3A4"/>
          </p15:clr>
        </p15:guide>
        <p15:guide id="5" orient="horz" pos="40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3378C8"/>
    <a:srgbClr val="BC4334"/>
    <a:srgbClr val="FFF5F2"/>
    <a:srgbClr val="F7FBFF"/>
    <a:srgbClr val="F4BC2A"/>
    <a:srgbClr val="FAF7EC"/>
    <a:srgbClr val="14306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469" autoAdjust="0"/>
    <p:restoredTop sz="99892" autoAdjust="0"/>
  </p:normalViewPr>
  <p:slideViewPr>
    <p:cSldViewPr showGuides="1">
      <p:cViewPr varScale="1">
        <p:scale>
          <a:sx n="93" d="100"/>
          <a:sy n="93" d="100"/>
        </p:scale>
        <p:origin x="-67" y="-149"/>
      </p:cViewPr>
      <p:guideLst>
        <p:guide orient="horz" pos="1570"/>
        <p:guide orient="horz" pos="4020"/>
        <p:guide pos="325"/>
        <p:guide pos="7401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36868100" cy="368681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xmlns="" id="{C63044E7-1FF8-4B3B-A359-1F37B541873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xmlns="" id="{A23836B9-C394-4FAA-A75B-4FDBEF5C2D8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65A72B-4B4E-4AA0-B336-12A003B25B30}" type="datetimeFigureOut">
              <a:rPr lang="ko-KR" altLang="en-US" smtClean="0">
                <a:latin typeface="Noto Sans KR" panose="020B0200000000000000" pitchFamily="50" charset="-127"/>
                <a:ea typeface="Noto Sans KR" panose="020B0200000000000000" pitchFamily="50" charset="-127"/>
              </a:rPr>
              <a:pPr/>
              <a:t>2026-09-08</a:t>
            </a:fld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xmlns="" id="{D1050C30-97FF-4930-89A3-1F70768C6D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xmlns="" id="{8CE4BCED-6C3D-4D8A-8ECF-684448B86C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6F8935-CF6F-4597-912B-E79D0629736E}" type="slidenum">
              <a:rPr lang="ko-KR" altLang="en-US" smtClean="0">
                <a:latin typeface="Noto Sans KR" panose="020B0200000000000000" pitchFamily="50" charset="-127"/>
                <a:ea typeface="Noto Sans KR" panose="020B0200000000000000" pitchFamily="50" charset="-127"/>
              </a:rPr>
              <a:pPr/>
              <a:t>‹#›</a:t>
            </a:fld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8055076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B3906607-097A-4336-A94F-04C1BB8C5CB1}" type="datetimeFigureOut">
              <a:rPr lang="ko-KR" altLang="en-US" smtClean="0"/>
              <a:pPr/>
              <a:t>2026-09-08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2D930995-48C3-408D-BD63-52A33924CE4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70792287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Noto Sans KR" panose="020B0200000000000000" pitchFamily="50" charset="-127"/>
        <a:ea typeface="Noto Sans KR" panose="020B0200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Noto Sans KR" panose="020B0200000000000000" pitchFamily="50" charset="-127"/>
        <a:ea typeface="Noto Sans KR" panose="020B0200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Noto Sans KR" panose="020B0200000000000000" pitchFamily="50" charset="-127"/>
        <a:ea typeface="Noto Sans KR" panose="020B0200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Noto Sans KR" panose="020B0200000000000000" pitchFamily="50" charset="-127"/>
        <a:ea typeface="Noto Sans KR" panose="020B0200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Noto Sans KR" panose="020B0200000000000000" pitchFamily="50" charset="-127"/>
        <a:ea typeface="Noto Sans KR" panose="020B0200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4B44013C-7378-DC31-F4ED-B46CA8F56A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xmlns="" id="{FB76F071-3481-0CC2-1BB9-C4D9A74B03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B1B610C4-EDCA-811A-CF06-40D184F4C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65FDF065-82AC-E640-093E-9FEA2942B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4DE5C52C-1AEA-EBB1-9B82-84E44E1FB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750776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14EDB432-EAD5-0CA6-D965-3752DE0AB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9025EC77-7408-6520-DCAF-3C9B1B79DD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F93DAE9B-E46C-F5BE-645F-D6291220A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7A687A4E-3016-B306-CD2F-AFDD977E9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F9B4D866-21EF-2E55-3B47-B360DCA52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132320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F2E0473F-A5C5-5C8C-4FD2-D1DBD8BCA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69EF7B6A-6A80-1816-89F7-DCEEC7216D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78356DF7-BB7A-5D84-C7A2-EA89039F2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DB437239-72B5-86D6-735B-8518AFB64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11421596-53F4-89AF-FAB9-074AB8F95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20230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C9A0FD40-CBE2-BC63-8E2D-B448DBB03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3BE86938-4402-AE48-3657-90C063A48E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FCC3CA31-F616-786B-7DA2-660650A170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AD906531-4539-559E-95E1-731FCC357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6AF6AF8E-3176-55EB-B7B1-C7C341821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3E228E95-121C-6FB7-E60F-817D9088A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44896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BC8A25C6-60CB-64C6-7657-0DC50FA6B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FBE0342A-6E03-4A86-7563-24A881B6B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BA5125C8-EF47-0BBD-133E-858DE0B30C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xmlns="" id="{4E31DF1A-A24A-9645-0BD2-FE2B277929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xmlns="" id="{5900A206-5CE6-11EE-BDA7-390D85C8DB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xmlns="" id="{B3A2E132-BFCA-FAF5-53F0-A1D388FA7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xmlns="" id="{F9464187-404B-176C-CDC6-2836B4DDD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xmlns="" id="{8DD2E746-A421-B21D-E16E-06D48764C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4285402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8C748684-EA1E-6FC0-148A-F24EE687E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xmlns="" id="{399319F2-5E8B-FB8E-1859-85138954C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xmlns="" id="{E6501846-9DA8-CC3F-B17F-9D8073F51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xmlns="" id="{728BCA64-4FC8-4CF4-55BB-CF4FBB37F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482608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xmlns="" id="{D497D02B-85D1-121E-41B2-25E146AAC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xmlns="" id="{66C24959-43CE-0F3B-D945-976A7540B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0C0E18F8-7AE0-0A54-625B-105AC7CD3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579678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2D1D68DC-72E3-4FF1-D019-E81F30077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236C3084-BFA0-C0D0-5B0B-79D12AC66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010468EC-D5A6-7D0F-138F-2490D46CA8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79930B80-8225-BAAF-3C4A-A30DA789F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27FE4298-D6F6-5261-B063-6B445A63F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1931DBFA-CEE3-843C-9743-B9DB0D616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711421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322007E0-7B9A-3FEE-94D8-8EB9D29A1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xmlns="" id="{03CBC970-BA98-05D5-4501-CC3D119A59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FCBF5971-8BB5-D74E-D6A1-055291CB4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BD59E5CA-476A-B8E2-8D9F-D1705BE8C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499DDE8B-9AAF-CEEA-D986-698DF5068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CBA2EBFF-5594-6173-C36D-B41307CCD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712162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F0224B62-1CCE-2109-890A-B8A14002B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7C1D3EBD-0EDF-09DA-C673-5761B13D4D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4A7A4A84-E915-4790-C063-9137D31C2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AA44CC9E-ECCD-1907-FBDB-4E99CB560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6345CFEB-E7E9-1965-A08E-C58CEB0A6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459842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xmlns="" id="{27F9625E-D84F-A608-2BF0-57CE6EC9F5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74E5686C-6158-23F3-8F8E-E4C40CA08B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0D42BFE3-F9DD-C38D-29D5-82E06B6AD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45B9B458-CCEE-F954-78F1-B71BB1528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BF3ACFE7-3E2F-8807-4905-2E7642B0B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663146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367555185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xmlns="" id="{DE8E3A2E-1BAF-46D3-7BEB-B138289565DE}"/>
              </a:ext>
            </a:extLst>
          </p:cNvPr>
          <p:cNvSpPr/>
          <p:nvPr userDrawn="1"/>
        </p:nvSpPr>
        <p:spPr>
          <a:xfrm>
            <a:off x="0" y="229568"/>
            <a:ext cx="12192000" cy="3120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B2F73F9E-8D1A-CE6F-F02E-4A2C485B307D}"/>
              </a:ext>
            </a:extLst>
          </p:cNvPr>
          <p:cNvSpPr txBox="1"/>
          <p:nvPr userDrawn="1"/>
        </p:nvSpPr>
        <p:spPr>
          <a:xfrm>
            <a:off x="7635810" y="6601849"/>
            <a:ext cx="346392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10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2024</a:t>
            </a:r>
            <a:r>
              <a:rPr lang="ko-KR" altLang="en-US" sz="10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년도 프로젝트평가 훈련기관 신청안내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ADD8DCB8-9B75-7CF9-7713-9B5345DBB23B}"/>
              </a:ext>
            </a:extLst>
          </p:cNvPr>
          <p:cNvSpPr txBox="1"/>
          <p:nvPr userDrawn="1"/>
        </p:nvSpPr>
        <p:spPr>
          <a:xfrm>
            <a:off x="9005162" y="6594154"/>
            <a:ext cx="275499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algn="r" defTabSz="914400" rtl="0" eaLnBrk="1" latinLnBrk="1" hangingPunct="1"/>
            <a:fld id="{5426B8F6-3B26-4B2F-9C3C-1E76C1EF5307}" type="slidenum">
              <a:rPr lang="ko-KR" altLang="en-US" sz="1000" kern="120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pPr marL="0" algn="r" defTabSz="914400" rtl="0" eaLnBrk="1" latinLnBrk="1" hangingPunct="1"/>
              <a:t>‹#›</a:t>
            </a:fld>
            <a:endParaRPr lang="ko-KR" altLang="en-US" sz="1000" kern="120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61830875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orient="horz" pos="4042">
          <p15:clr>
            <a:srgbClr val="FBAE40"/>
          </p15:clr>
        </p15:guide>
        <p15:guide id="2" pos="393">
          <p15:clr>
            <a:srgbClr val="FBAE40"/>
          </p15:clr>
        </p15:guide>
        <p15:guide id="3" pos="7287">
          <p15:clr>
            <a:srgbClr val="FBAE40"/>
          </p15:clr>
        </p15:guide>
        <p15:guide id="4" orient="horz" pos="109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xmlns="" id="{FC5A77C7-A655-F1A4-880A-C617304AC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68D0EEBC-2EED-2FC9-65F6-082EEBC4A7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38FCCA73-267C-FD7A-C97B-001EC7FC7C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B861153F-6875-29FF-F12F-3F96ADD659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42AB6F47-B663-25BC-D896-1BCD76A3E6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8874A7EC-4654-49B0-A68C-FDC7FC22EFC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148378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eg"/><Relationship Id="rId13" Type="http://schemas.openxmlformats.org/officeDocument/2006/relationships/image" Target="../media/image26.jpeg"/><Relationship Id="rId18" Type="http://schemas.openxmlformats.org/officeDocument/2006/relationships/image" Target="../media/image31.png"/><Relationship Id="rId3" Type="http://schemas.openxmlformats.org/officeDocument/2006/relationships/image" Target="../media/image16.jpeg"/><Relationship Id="rId21" Type="http://schemas.openxmlformats.org/officeDocument/2006/relationships/image" Target="../media/image34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17" Type="http://schemas.openxmlformats.org/officeDocument/2006/relationships/image" Target="../media/image30.png"/><Relationship Id="rId25" Type="http://schemas.openxmlformats.org/officeDocument/2006/relationships/image" Target="../media/image38.png"/><Relationship Id="rId2" Type="http://schemas.openxmlformats.org/officeDocument/2006/relationships/image" Target="../media/image15.png"/><Relationship Id="rId16" Type="http://schemas.openxmlformats.org/officeDocument/2006/relationships/image" Target="../media/image29.jpe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24" Type="http://schemas.openxmlformats.org/officeDocument/2006/relationships/image" Target="../media/image37.png"/><Relationship Id="rId5" Type="http://schemas.openxmlformats.org/officeDocument/2006/relationships/image" Target="../media/image18.jpeg"/><Relationship Id="rId15" Type="http://schemas.openxmlformats.org/officeDocument/2006/relationships/image" Target="../media/image28.png"/><Relationship Id="rId23" Type="http://schemas.openxmlformats.org/officeDocument/2006/relationships/image" Target="../media/image36.png"/><Relationship Id="rId10" Type="http://schemas.openxmlformats.org/officeDocument/2006/relationships/image" Target="../media/image23.jpeg"/><Relationship Id="rId19" Type="http://schemas.openxmlformats.org/officeDocument/2006/relationships/image" Target="../media/image32.png"/><Relationship Id="rId4" Type="http://schemas.openxmlformats.org/officeDocument/2006/relationships/image" Target="../media/image17.jpeg"/><Relationship Id="rId9" Type="http://schemas.openxmlformats.org/officeDocument/2006/relationships/image" Target="../media/image22.jpeg"/><Relationship Id="rId14" Type="http://schemas.openxmlformats.org/officeDocument/2006/relationships/image" Target="../media/image27.jpeg"/><Relationship Id="rId22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0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7" Type="http://schemas.openxmlformats.org/officeDocument/2006/relationships/image" Target="../media/image4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12.xml"/><Relationship Id="rId1" Type="http://schemas.openxmlformats.org/officeDocument/2006/relationships/video" Target="file:///C:\Users\adapw\&#48148;&#53461;&#54868;&#47732;\&#44397;&#48708;\Booketing%20&#49884;&#50672;&#50689;&#49345;.mp4" TargetMode="External"/><Relationship Id="rId5" Type="http://schemas.openxmlformats.org/officeDocument/2006/relationships/image" Target="../media/image53.png"/><Relationship Id="rId4" Type="http://schemas.openxmlformats.org/officeDocument/2006/relationships/image" Target="../media/image14.sv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그래픽 40">
            <a:extLst>
              <a:ext uri="{FF2B5EF4-FFF2-40B4-BE49-F238E27FC236}">
                <a16:creationId xmlns:a16="http://schemas.microsoft.com/office/drawing/2014/main" xmlns="" id="{377B7F54-DA4F-B3D9-04F9-D2EBDE1BC07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7269" y="7346"/>
            <a:ext cx="12192000" cy="6858000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6BB7F9CF-D2E8-11E8-C21E-3BFA51F0BBAB}"/>
              </a:ext>
            </a:extLst>
          </p:cNvPr>
          <p:cNvGrpSpPr/>
          <p:nvPr/>
        </p:nvGrpSpPr>
        <p:grpSpPr>
          <a:xfrm>
            <a:off x="155340" y="1160565"/>
            <a:ext cx="8558057" cy="5533657"/>
            <a:chOff x="3943306" y="1160565"/>
            <a:chExt cx="5696420" cy="5533657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xmlns="" id="{A829A270-96EA-F97C-E5A6-A95390C1A2BA}"/>
                </a:ext>
              </a:extLst>
            </p:cNvPr>
            <p:cNvSpPr txBox="1"/>
            <p:nvPr/>
          </p:nvSpPr>
          <p:spPr>
            <a:xfrm>
              <a:off x="3943306" y="6401834"/>
              <a:ext cx="5696420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1300" b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멀티캠퍼스 </a:t>
              </a:r>
              <a:r>
                <a:rPr lang="ko-KR" altLang="en-US" sz="1300" b="1" i="0" err="1">
                  <a:solidFill>
                    <a:schemeClr val="bg1">
                      <a:lumMod val="75000"/>
                    </a:schemeClr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현대이지웰</a:t>
              </a:r>
              <a:r>
                <a:rPr lang="ko-KR" altLang="en-US" sz="1300" b="1" i="0">
                  <a:solidFill>
                    <a:schemeClr val="bg1">
                      <a:lumMod val="75000"/>
                    </a:schemeClr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en-US" altLang="ko-KR" sz="1300" b="1" i="0">
                  <a:solidFill>
                    <a:schemeClr val="bg1">
                      <a:lumMod val="75000"/>
                    </a:schemeClr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Java </a:t>
              </a:r>
              <a:r>
                <a:rPr lang="ko-KR" altLang="en-US" sz="1300" b="1" i="0" err="1">
                  <a:solidFill>
                    <a:schemeClr val="bg1">
                      <a:lumMod val="75000"/>
                    </a:schemeClr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풀스택</a:t>
              </a:r>
              <a:r>
                <a:rPr lang="ko-KR" altLang="en-US" sz="1300" b="1" i="0">
                  <a:solidFill>
                    <a:schemeClr val="bg1">
                      <a:lumMod val="75000"/>
                    </a:schemeClr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 개발자 아카데미</a:t>
              </a:r>
              <a:r>
                <a:rPr lang="en-US" altLang="ko-KR" sz="1300" b="1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en-US" altLang="ko-KR" sz="1300" b="1" i="0">
                  <a:solidFill>
                    <a:schemeClr val="bg1">
                      <a:lumMod val="75000"/>
                    </a:schemeClr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8</a:t>
              </a:r>
              <a:r>
                <a:rPr lang="ko-KR" altLang="en-US" sz="1300" b="1" i="0" err="1">
                  <a:solidFill>
                    <a:schemeClr val="bg1">
                      <a:lumMod val="75000"/>
                    </a:schemeClr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회차</a:t>
              </a:r>
              <a:endParaRPr lang="ko-KR" altLang="en-US" sz="1300" b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xmlns="" id="{A673C8D9-CE6D-AA17-08C5-62EEC7375D4E}"/>
                </a:ext>
              </a:extLst>
            </p:cNvPr>
            <p:cNvSpPr txBox="1"/>
            <p:nvPr/>
          </p:nvSpPr>
          <p:spPr>
            <a:xfrm>
              <a:off x="4030576" y="1160565"/>
              <a:ext cx="5232962" cy="2700483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000" b="1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BOOKETING</a:t>
              </a:r>
              <a:r>
                <a:rPr lang="en-US" altLang="ko-KR" sz="5000" b="1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	</a:t>
              </a:r>
            </a:p>
            <a:p>
              <a:pPr eaLnBrk="1" fontAlgn="auto" latinLnBrk="1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500" b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책에서 공연까지</a:t>
              </a:r>
              <a:r>
                <a:rPr lang="en-US" altLang="ko-KR" sz="2500" b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, </a:t>
              </a:r>
              <a:r>
                <a:rPr lang="ko-KR" altLang="en-US" sz="2500" b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하나의 서비스로</a:t>
              </a:r>
              <a:r>
                <a:rPr lang="en-US" altLang="ko-KR" sz="4000" b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/>
              </a:r>
              <a:br>
                <a:rPr lang="en-US" altLang="ko-KR" sz="4000" b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</a:br>
              <a:r>
                <a:rPr lang="ko-KR" altLang="en-US" sz="1500" b="1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타이머 기능 중심의 </a:t>
              </a:r>
              <a:r>
                <a:rPr lang="ko-KR" altLang="en-US" sz="1500" b="1" err="1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티켓팅</a:t>
              </a:r>
              <a:r>
                <a:rPr lang="en-US" altLang="ko-KR" sz="1500" b="1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ko-KR" altLang="en-US" sz="1500" b="1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및 도서 구매 서비스 구현</a:t>
              </a:r>
              <a:endParaRPr lang="ko-KR" altLang="en-US" sz="1500" b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C4D16334-745F-4A04-A630-2B76CC82645F}"/>
              </a:ext>
            </a:extLst>
          </p:cNvPr>
          <p:cNvSpPr txBox="1"/>
          <p:nvPr/>
        </p:nvSpPr>
        <p:spPr>
          <a:xfrm>
            <a:off x="8833862" y="6385999"/>
            <a:ext cx="325326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300" b="1" err="1">
                <a:solidFill>
                  <a:schemeClr val="bg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신현탁</a:t>
            </a:r>
            <a:r>
              <a:rPr lang="ko-KR" altLang="en-US" sz="1300" b="1">
                <a:solidFill>
                  <a:schemeClr val="bg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</a:t>
            </a:r>
            <a:r>
              <a:rPr lang="ko-KR" altLang="en-US" sz="1300" b="1" err="1">
                <a:solidFill>
                  <a:schemeClr val="bg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반제윤</a:t>
            </a:r>
            <a:r>
              <a:rPr lang="ko-KR" altLang="en-US" sz="1300" b="1">
                <a:solidFill>
                  <a:schemeClr val="bg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</a:t>
            </a:r>
            <a:r>
              <a:rPr lang="ko-KR" altLang="en-US" sz="1300" b="1" err="1">
                <a:solidFill>
                  <a:schemeClr val="bg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손유정</a:t>
            </a:r>
            <a:endParaRPr lang="ko-KR" altLang="en-US" sz="1300" b="1">
              <a:solidFill>
                <a:schemeClr val="bg1">
                  <a:lumMod val="7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xmlns="" id="{2D55F0A0-4FBD-400D-8302-4C98E0258A53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708951" y="1160748"/>
            <a:ext cx="6008891" cy="2933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572801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그래픽 38">
            <a:extLst>
              <a:ext uri="{FF2B5EF4-FFF2-40B4-BE49-F238E27FC236}">
                <a16:creationId xmlns:a16="http://schemas.microsoft.com/office/drawing/2014/main" xmlns="" id="{6910A478-2968-4323-9E5C-8917028A05E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-11324" y="1859"/>
            <a:ext cx="12192000" cy="6858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34733C01-501E-BDB3-3FB4-8A1A6AFBB517}"/>
              </a:ext>
            </a:extLst>
          </p:cNvPr>
          <p:cNvSpPr txBox="1"/>
          <p:nvPr/>
        </p:nvSpPr>
        <p:spPr>
          <a:xfrm>
            <a:off x="875370" y="957535"/>
            <a:ext cx="225221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defRPr/>
            </a:pPr>
            <a:r>
              <a:rPr lang="ko-KR" altLang="en-US" sz="4800" b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목 차</a:t>
            </a:r>
          </a:p>
        </p:txBody>
      </p:sp>
      <p:pic>
        <p:nvPicPr>
          <p:cNvPr id="42" name="그래픽 41">
            <a:extLst>
              <a:ext uri="{FF2B5EF4-FFF2-40B4-BE49-F238E27FC236}">
                <a16:creationId xmlns:a16="http://schemas.microsoft.com/office/drawing/2014/main" xmlns="" id="{5807ED90-BD54-871A-198F-7B8B0FF7B0A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-1042684" y="4289182"/>
            <a:ext cx="142875" cy="142875"/>
          </a:xfrm>
          <a:prstGeom prst="rect">
            <a:avLst/>
          </a:prstGeom>
        </p:spPr>
      </p:pic>
      <p:sp>
        <p:nvSpPr>
          <p:cNvPr id="21" name="타원 20">
            <a:extLst>
              <a:ext uri="{FF2B5EF4-FFF2-40B4-BE49-F238E27FC236}">
                <a16:creationId xmlns:a16="http://schemas.microsoft.com/office/drawing/2014/main" xmlns="" id="{D529A5D4-D853-4726-9034-F29FEDB7C02B}"/>
              </a:ext>
            </a:extLst>
          </p:cNvPr>
          <p:cNvSpPr/>
          <p:nvPr/>
        </p:nvSpPr>
        <p:spPr>
          <a:xfrm>
            <a:off x="947428" y="1880828"/>
            <a:ext cx="831202" cy="885964"/>
          </a:xfrm>
          <a:prstGeom prst="ellipse">
            <a:avLst/>
          </a:prstGeom>
          <a:solidFill>
            <a:schemeClr val="bg1"/>
          </a:solidFill>
          <a:ln>
            <a:solidFill>
              <a:srgbClr val="3378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>
                <a:solidFill>
                  <a:srgbClr val="3378C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01</a:t>
            </a:r>
            <a:endParaRPr lang="ko-KR" altLang="en-US" sz="2400" b="1">
              <a:solidFill>
                <a:srgbClr val="3378C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D1900DCC-B53C-4313-8829-39EFF795403D}"/>
              </a:ext>
            </a:extLst>
          </p:cNvPr>
          <p:cNvSpPr txBox="1"/>
          <p:nvPr/>
        </p:nvSpPr>
        <p:spPr>
          <a:xfrm>
            <a:off x="1847528" y="1969095"/>
            <a:ext cx="1872208" cy="307777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eaLnBrk="1" fontAlgn="auto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200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개요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6DF96DFD-680E-4BA0-B213-D7A7A30A1A2A}"/>
              </a:ext>
            </a:extLst>
          </p:cNvPr>
          <p:cNvSpPr txBox="1"/>
          <p:nvPr/>
        </p:nvSpPr>
        <p:spPr>
          <a:xfrm>
            <a:off x="1919536" y="2420888"/>
            <a:ext cx="7632848" cy="230832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eaLnBrk="1" fontAlgn="auto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5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배경 </a:t>
            </a:r>
            <a:r>
              <a:rPr lang="en-US" altLang="ko-KR" sz="15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5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기획의도</a:t>
            </a:r>
            <a:r>
              <a:rPr lang="ko-KR" altLang="en-US" sz="15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5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5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목표</a:t>
            </a:r>
            <a:endParaRPr lang="ko-KR" altLang="en-US" sz="150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xmlns="" id="{CB022819-3D49-4A84-B618-E40A54DDA2C5}"/>
              </a:ext>
            </a:extLst>
          </p:cNvPr>
          <p:cNvSpPr/>
          <p:nvPr/>
        </p:nvSpPr>
        <p:spPr>
          <a:xfrm>
            <a:off x="952689" y="2949101"/>
            <a:ext cx="831202" cy="885964"/>
          </a:xfrm>
          <a:prstGeom prst="ellipse">
            <a:avLst/>
          </a:prstGeom>
          <a:solidFill>
            <a:schemeClr val="bg1"/>
          </a:solidFill>
          <a:ln>
            <a:solidFill>
              <a:srgbClr val="3378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>
                <a:solidFill>
                  <a:srgbClr val="3378C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02</a:t>
            </a:r>
            <a:endParaRPr lang="ko-KR" altLang="en-US" sz="2400" b="1">
              <a:solidFill>
                <a:srgbClr val="3378C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0DA6E47C-DA7D-4982-AEF1-CF64EB88FF09}"/>
              </a:ext>
            </a:extLst>
          </p:cNvPr>
          <p:cNvSpPr txBox="1"/>
          <p:nvPr/>
        </p:nvSpPr>
        <p:spPr>
          <a:xfrm>
            <a:off x="1852789" y="3037368"/>
            <a:ext cx="1872208" cy="307777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eaLnBrk="1" fontAlgn="auto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200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설계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701355AC-895C-4C0A-BE57-185212536401}"/>
              </a:ext>
            </a:extLst>
          </p:cNvPr>
          <p:cNvSpPr txBox="1"/>
          <p:nvPr/>
        </p:nvSpPr>
        <p:spPr>
          <a:xfrm>
            <a:off x="1924797" y="3489161"/>
            <a:ext cx="7632848" cy="230832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eaLnBrk="1" fontAlgn="auto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5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사용자 흐름 </a:t>
            </a:r>
            <a:r>
              <a:rPr lang="en-US" altLang="ko-KR" sz="15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5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팀원 소개 </a:t>
            </a:r>
            <a:r>
              <a:rPr lang="en-US" altLang="ko-KR" sz="15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5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프로젝트 수행 절차 </a:t>
            </a:r>
            <a:r>
              <a:rPr lang="en-US" altLang="ko-KR" sz="15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en-US" altLang="ko-KR" sz="15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DB </a:t>
            </a:r>
            <a:r>
              <a:rPr lang="ko-KR" altLang="en-US" sz="15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설계</a:t>
            </a: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xmlns="" id="{3F03D403-10CC-474D-BB91-69A87843536C}"/>
              </a:ext>
            </a:extLst>
          </p:cNvPr>
          <p:cNvSpPr/>
          <p:nvPr/>
        </p:nvSpPr>
        <p:spPr>
          <a:xfrm>
            <a:off x="953138" y="4029114"/>
            <a:ext cx="831202" cy="885964"/>
          </a:xfrm>
          <a:prstGeom prst="ellipse">
            <a:avLst/>
          </a:prstGeom>
          <a:solidFill>
            <a:schemeClr val="bg1"/>
          </a:solidFill>
          <a:ln>
            <a:solidFill>
              <a:srgbClr val="3378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>
                <a:solidFill>
                  <a:srgbClr val="3378C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03</a:t>
            </a:r>
            <a:endParaRPr lang="ko-KR" altLang="en-US" sz="2400" b="1">
              <a:solidFill>
                <a:srgbClr val="3378C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xmlns="" id="{7F5C71D6-B033-4BB7-898F-6A58D71D60A1}"/>
              </a:ext>
            </a:extLst>
          </p:cNvPr>
          <p:cNvSpPr txBox="1"/>
          <p:nvPr/>
        </p:nvSpPr>
        <p:spPr>
          <a:xfrm>
            <a:off x="1853238" y="4117381"/>
            <a:ext cx="1872208" cy="307777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eaLnBrk="1" fontAlgn="auto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200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개발 내용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35612C57-1113-47E3-BA50-A627A5263D08}"/>
              </a:ext>
            </a:extLst>
          </p:cNvPr>
          <p:cNvSpPr txBox="1"/>
          <p:nvPr/>
        </p:nvSpPr>
        <p:spPr>
          <a:xfrm>
            <a:off x="1925246" y="4569174"/>
            <a:ext cx="7632848" cy="230832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eaLnBrk="1" fontAlgn="auto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5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적용 기술 </a:t>
            </a:r>
            <a:r>
              <a:rPr lang="en-US" altLang="ko-KR" sz="15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5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주요 구현 기능 </a:t>
            </a:r>
            <a:r>
              <a:rPr lang="en-US" altLang="ko-KR" sz="15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5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구현 영상</a:t>
            </a:r>
            <a:endParaRPr lang="ko-KR" altLang="en-US" sz="150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xmlns="" id="{6EA34B2E-01CC-4E62-AEE4-84B3B9B68F89}"/>
              </a:ext>
            </a:extLst>
          </p:cNvPr>
          <p:cNvSpPr/>
          <p:nvPr/>
        </p:nvSpPr>
        <p:spPr>
          <a:xfrm>
            <a:off x="947428" y="5099320"/>
            <a:ext cx="831202" cy="885964"/>
          </a:xfrm>
          <a:prstGeom prst="ellipse">
            <a:avLst/>
          </a:prstGeom>
          <a:solidFill>
            <a:schemeClr val="bg1"/>
          </a:solidFill>
          <a:ln>
            <a:solidFill>
              <a:srgbClr val="3378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>
                <a:solidFill>
                  <a:srgbClr val="3378C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04</a:t>
            </a:r>
            <a:endParaRPr lang="ko-KR" altLang="en-US" sz="2400" b="1">
              <a:solidFill>
                <a:srgbClr val="3378C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xmlns="" id="{7B1A5437-19E2-4B11-8B59-75567BAC86DD}"/>
              </a:ext>
            </a:extLst>
          </p:cNvPr>
          <p:cNvSpPr txBox="1"/>
          <p:nvPr/>
        </p:nvSpPr>
        <p:spPr>
          <a:xfrm>
            <a:off x="1847528" y="5187587"/>
            <a:ext cx="3240360" cy="307777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eaLnBrk="1" fontAlgn="auto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200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개발 후기 및 </a:t>
            </a:r>
            <a:r>
              <a:rPr lang="ko-KR" altLang="en-US" sz="2000" b="1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느낀점</a:t>
            </a:r>
            <a:endParaRPr lang="ko-KR" altLang="en-US" sz="2000" b="1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xmlns="" id="{11206EE0-44DB-4F90-95FB-CD5FBBBD025D}"/>
              </a:ext>
            </a:extLst>
          </p:cNvPr>
          <p:cNvSpPr txBox="1"/>
          <p:nvPr/>
        </p:nvSpPr>
        <p:spPr>
          <a:xfrm>
            <a:off x="1919536" y="5639380"/>
            <a:ext cx="7632848" cy="230832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eaLnBrk="1" fontAlgn="auto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5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기대효과</a:t>
            </a:r>
            <a:r>
              <a:rPr lang="en-US" altLang="ko-KR" sz="15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5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보완 계획</a:t>
            </a:r>
            <a:endParaRPr lang="ko-KR" altLang="en-US" sz="150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24036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1">
            <a:extLst>
              <a:ext uri="{FF2B5EF4-FFF2-40B4-BE49-F238E27FC236}">
                <a16:creationId xmlns:a16="http://schemas.microsoft.com/office/drawing/2014/main" xmlns="" id="{A7FD76B9-2AFB-4FCE-8A66-F1AC682FA121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378C8"/>
          </a:solidFill>
          <a:ln w="12700">
            <a:solidFill>
              <a:srgbClr val="1F68B7"/>
            </a:solidFill>
            <a:prstDash val="solid"/>
          </a:ln>
        </p:spPr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B009248F-4DD8-4AD8-8BAC-D1D16257D0A0}"/>
              </a:ext>
            </a:extLst>
          </p:cNvPr>
          <p:cNvSpPr txBox="1"/>
          <p:nvPr/>
        </p:nvSpPr>
        <p:spPr>
          <a:xfrm>
            <a:off x="983432" y="1376772"/>
            <a:ext cx="9721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b="1" u="sng">
                <a:solidFill>
                  <a:srgbClr val="3378C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01</a:t>
            </a:r>
            <a:endParaRPr lang="ko-KR" altLang="en-US" sz="4800" b="1" u="sng">
              <a:solidFill>
                <a:srgbClr val="3378C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546F5969-0EE0-452E-A423-83B96040389E}"/>
              </a:ext>
            </a:extLst>
          </p:cNvPr>
          <p:cNvSpPr txBox="1"/>
          <p:nvPr/>
        </p:nvSpPr>
        <p:spPr>
          <a:xfrm>
            <a:off x="1955540" y="1448780"/>
            <a:ext cx="45365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개요</a:t>
            </a:r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xmlns="" id="{BE70E17C-A772-4358-8E23-746C445439AA}"/>
              </a:ext>
            </a:extLst>
          </p:cNvPr>
          <p:cNvSpPr/>
          <p:nvPr/>
        </p:nvSpPr>
        <p:spPr>
          <a:xfrm>
            <a:off x="10200456" y="6263640"/>
            <a:ext cx="863784" cy="2257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1050" b="1">
                <a:solidFill>
                  <a:srgbClr val="3378C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BOOKETING</a:t>
            </a:r>
            <a:endParaRPr lang="en-US" sz="1050">
              <a:solidFill>
                <a:srgbClr val="3378C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28273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EE109AB5-00CA-F0E8-7FD9-645FB6E912A9}"/>
              </a:ext>
            </a:extLst>
          </p:cNvPr>
          <p:cNvSpPr txBox="1"/>
          <p:nvPr/>
        </p:nvSpPr>
        <p:spPr>
          <a:xfrm>
            <a:off x="1076694" y="332656"/>
            <a:ext cx="690102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defRPr/>
            </a:pPr>
            <a:r>
              <a:rPr lang="ko-KR" altLang="en-US" sz="2800" b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개요</a:t>
            </a:r>
            <a:endParaRPr lang="en-US" altLang="ko-KR" sz="2800" b="1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atinLnBrk="0">
              <a:defRPr/>
            </a:pPr>
            <a:r>
              <a:rPr lang="ko-KR" altLang="en-US" sz="1600" b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배경</a:t>
            </a:r>
          </a:p>
          <a:p>
            <a:pPr latinLnBrk="0">
              <a:defRPr/>
            </a:pPr>
            <a:endParaRPr lang="ko-KR" altLang="en-US" sz="2800" b="1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xmlns="" id="{3934FE3F-188B-4D6B-A0F7-6D4835E9430D}"/>
              </a:ext>
            </a:extLst>
          </p:cNvPr>
          <p:cNvSpPr txBox="1"/>
          <p:nvPr/>
        </p:nvSpPr>
        <p:spPr>
          <a:xfrm>
            <a:off x="1021080" y="1772816"/>
            <a:ext cx="10149840" cy="415498"/>
          </a:xfrm>
          <a:prstGeom prst="rect">
            <a:avLst/>
          </a:prstGeom>
          <a:solidFill>
            <a:srgbClr val="3378C8"/>
          </a:solidFill>
        </p:spPr>
        <p:txBody>
          <a:bodyPr wrap="square" anchor="t">
            <a:spAutoFit/>
          </a:bodyPr>
          <a:lstStyle/>
          <a:p>
            <a:pPr algn="ctr" latinLnBrk="0"/>
            <a:r>
              <a:rPr lang="ko-KR" altLang="en-US" sz="2100" b="1">
                <a:solidFill>
                  <a:schemeClr val="bg1"/>
                </a:solidFill>
                <a:latin typeface="Noto Sans KR" panose="020B0200000000000000" pitchFamily="50" charset="-127"/>
              </a:rPr>
              <a:t>도서와 공연은 연관된 문화 콘텐츠지만</a:t>
            </a:r>
            <a:r>
              <a:rPr lang="en-US" altLang="ko-KR" sz="2100" b="1">
                <a:solidFill>
                  <a:schemeClr val="bg1"/>
                </a:solidFill>
                <a:latin typeface="Noto Sans KR" panose="020B0200000000000000" pitchFamily="50" charset="-127"/>
              </a:rPr>
              <a:t>, </a:t>
            </a:r>
            <a:r>
              <a:rPr lang="ko-KR" altLang="en-US" sz="2100" b="1">
                <a:solidFill>
                  <a:schemeClr val="bg1"/>
                </a:solidFill>
                <a:latin typeface="Noto Sans KR" panose="020B0200000000000000" pitchFamily="50" charset="-127"/>
              </a:rPr>
              <a:t>탐색</a:t>
            </a:r>
            <a:r>
              <a:rPr lang="en-US" altLang="ko-KR" sz="2100" b="1">
                <a:solidFill>
                  <a:schemeClr val="bg1"/>
                </a:solidFill>
                <a:latin typeface="Noto Sans KR" panose="020B0200000000000000" pitchFamily="50" charset="-127"/>
              </a:rPr>
              <a:t> ·</a:t>
            </a:r>
            <a:r>
              <a:rPr lang="ko-KR" altLang="en-US" sz="2100" b="1">
                <a:solidFill>
                  <a:schemeClr val="bg1"/>
                </a:solidFill>
                <a:latin typeface="Noto Sans KR" panose="020B0200000000000000" pitchFamily="50" charset="-127"/>
              </a:rPr>
              <a:t>구매</a:t>
            </a:r>
            <a:r>
              <a:rPr lang="en-US" altLang="ko-KR" sz="2100" b="1">
                <a:solidFill>
                  <a:schemeClr val="bg1"/>
                </a:solidFill>
                <a:latin typeface="Noto Sans KR" panose="020B0200000000000000" pitchFamily="50" charset="-127"/>
              </a:rPr>
              <a:t> ·</a:t>
            </a:r>
            <a:r>
              <a:rPr lang="ko-KR" altLang="en-US" sz="2100" b="1">
                <a:solidFill>
                  <a:schemeClr val="bg1"/>
                </a:solidFill>
                <a:latin typeface="Noto Sans KR" panose="020B0200000000000000" pitchFamily="50" charset="-127"/>
              </a:rPr>
              <a:t>예매 흐름은 서로 분리</a:t>
            </a:r>
            <a:endParaRPr sz="2100" b="1">
              <a:solidFill>
                <a:schemeClr val="bg1"/>
              </a:solidFill>
              <a:latin typeface="Noto Sans KR" panose="020B0200000000000000" pitchFamily="50" charset="-127"/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xmlns="" id="{60AF2FF5-97FD-4FE8-BE73-752F069A9344}"/>
              </a:ext>
            </a:extLst>
          </p:cNvPr>
          <p:cNvSpPr/>
          <p:nvPr/>
        </p:nvSpPr>
        <p:spPr>
          <a:xfrm>
            <a:off x="293510" y="238780"/>
            <a:ext cx="831202" cy="885964"/>
          </a:xfrm>
          <a:prstGeom prst="ellipse">
            <a:avLst/>
          </a:prstGeom>
          <a:solidFill>
            <a:srgbClr val="337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en-US" altLang="ko-KR" sz="2400" b="1">
                <a:latin typeface="Noto Sans KR" panose="020B0200000000000000" pitchFamily="50" charset="-127"/>
                <a:ea typeface="Noto Sans KR" panose="020B0200000000000000" pitchFamily="50" charset="-127"/>
              </a:rPr>
              <a:t>01</a:t>
            </a:r>
            <a:endParaRPr lang="ko-KR" altLang="en-US" sz="24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xmlns="" id="{A70F765E-5B5D-4C7F-9324-E6030DB7BC19}"/>
              </a:ext>
            </a:extLst>
          </p:cNvPr>
          <p:cNvSpPr/>
          <p:nvPr/>
        </p:nvSpPr>
        <p:spPr>
          <a:xfrm>
            <a:off x="1189648" y="2600908"/>
            <a:ext cx="4402296" cy="3708411"/>
          </a:xfrm>
          <a:prstGeom prst="roundRect">
            <a:avLst>
              <a:gd name="adj" fmla="val 2388"/>
            </a:avLst>
          </a:prstGeom>
          <a:solidFill>
            <a:srgbClr val="F8FBFF"/>
          </a:solidFill>
          <a:ln w="12700">
            <a:solidFill>
              <a:srgbClr val="CBDDEA"/>
            </a:solidFill>
            <a:prstDash val="solid"/>
          </a:ln>
          <a:effectLst>
            <a:outerShdw blurRad="12700" dist="50800" dir="2700000" algn="bl" rotWithShape="0">
              <a:srgbClr val="D5DEE7">
                <a:alpha val="16000"/>
              </a:srgbClr>
            </a:outerShdw>
          </a:effectLst>
        </p:spPr>
      </p:sp>
      <p:sp>
        <p:nvSpPr>
          <p:cNvPr id="18" name="Shape 8">
            <a:extLst>
              <a:ext uri="{FF2B5EF4-FFF2-40B4-BE49-F238E27FC236}">
                <a16:creationId xmlns:a16="http://schemas.microsoft.com/office/drawing/2014/main" xmlns="" id="{18A5D338-0C64-411D-A208-DF271800740E}"/>
              </a:ext>
            </a:extLst>
          </p:cNvPr>
          <p:cNvSpPr/>
          <p:nvPr/>
        </p:nvSpPr>
        <p:spPr>
          <a:xfrm>
            <a:off x="6312024" y="3105262"/>
            <a:ext cx="4690328" cy="1082122"/>
          </a:xfrm>
          <a:prstGeom prst="roundRect">
            <a:avLst>
              <a:gd name="adj" fmla="val 2388"/>
            </a:avLst>
          </a:prstGeom>
          <a:solidFill>
            <a:srgbClr val="F8FBFF"/>
          </a:solidFill>
          <a:ln w="12700">
            <a:solidFill>
              <a:srgbClr val="CBDDEA"/>
            </a:solidFill>
            <a:prstDash val="solid"/>
          </a:ln>
          <a:effectLst>
            <a:outerShdw blurRad="12700" dist="50800" dir="2700000" algn="bl" rotWithShape="0">
              <a:srgbClr val="D5DEE7">
                <a:alpha val="16000"/>
              </a:srgbClr>
            </a:outerShdw>
          </a:effectLst>
        </p:spPr>
      </p:sp>
      <p:sp>
        <p:nvSpPr>
          <p:cNvPr id="13" name="Shape 8">
            <a:extLst>
              <a:ext uri="{FF2B5EF4-FFF2-40B4-BE49-F238E27FC236}">
                <a16:creationId xmlns:a16="http://schemas.microsoft.com/office/drawing/2014/main" xmlns="" id="{5E56BB75-530A-45D1-9CE9-53E155782DC1}"/>
              </a:ext>
            </a:extLst>
          </p:cNvPr>
          <p:cNvSpPr/>
          <p:nvPr/>
        </p:nvSpPr>
        <p:spPr>
          <a:xfrm>
            <a:off x="6312024" y="4470943"/>
            <a:ext cx="4690328" cy="1082122"/>
          </a:xfrm>
          <a:prstGeom prst="roundRect">
            <a:avLst>
              <a:gd name="adj" fmla="val 2388"/>
            </a:avLst>
          </a:prstGeom>
          <a:solidFill>
            <a:srgbClr val="F8FBFF"/>
          </a:solidFill>
          <a:ln w="12700">
            <a:solidFill>
              <a:srgbClr val="CBDDEA"/>
            </a:solidFill>
            <a:prstDash val="solid"/>
          </a:ln>
          <a:effectLst>
            <a:outerShdw blurRad="12700" dist="50800" dir="2700000" algn="bl" rotWithShape="0">
              <a:srgbClr val="D5DEE7">
                <a:alpha val="16000"/>
              </a:srgbClr>
            </a:outerShdw>
          </a:effectLst>
        </p:spPr>
      </p:sp>
      <p:sp>
        <p:nvSpPr>
          <p:cNvPr id="17" name="Shape 8">
            <a:extLst>
              <a:ext uri="{FF2B5EF4-FFF2-40B4-BE49-F238E27FC236}">
                <a16:creationId xmlns:a16="http://schemas.microsoft.com/office/drawing/2014/main" xmlns="" id="{F519EF53-4C90-487B-9C53-9F1AB2AD13D1}"/>
              </a:ext>
            </a:extLst>
          </p:cNvPr>
          <p:cNvSpPr/>
          <p:nvPr/>
        </p:nvSpPr>
        <p:spPr>
          <a:xfrm>
            <a:off x="5951984" y="3105433"/>
            <a:ext cx="5050368" cy="1082122"/>
          </a:xfrm>
          <a:prstGeom prst="roundRect">
            <a:avLst>
              <a:gd name="adj" fmla="val 2388"/>
            </a:avLst>
          </a:prstGeom>
          <a:solidFill>
            <a:srgbClr val="F8FBFF"/>
          </a:solidFill>
          <a:ln w="12700">
            <a:solidFill>
              <a:srgbClr val="CBDDEA"/>
            </a:solidFill>
            <a:prstDash val="solid"/>
          </a:ln>
          <a:effectLst>
            <a:outerShdw blurRad="12700" dist="50800" dir="2700000" algn="bl" rotWithShape="0">
              <a:srgbClr val="D5DEE7">
                <a:alpha val="16000"/>
              </a:srgbClr>
            </a:outerShdw>
          </a:effectLst>
        </p:spPr>
      </p:sp>
      <p:sp>
        <p:nvSpPr>
          <p:cNvPr id="19" name="Shape 8">
            <a:extLst>
              <a:ext uri="{FF2B5EF4-FFF2-40B4-BE49-F238E27FC236}">
                <a16:creationId xmlns:a16="http://schemas.microsoft.com/office/drawing/2014/main" xmlns="" id="{B5AC5FED-B8DC-44E2-AE73-029008AB3135}"/>
              </a:ext>
            </a:extLst>
          </p:cNvPr>
          <p:cNvSpPr/>
          <p:nvPr/>
        </p:nvSpPr>
        <p:spPr>
          <a:xfrm>
            <a:off x="5951984" y="4471114"/>
            <a:ext cx="5050368" cy="1082122"/>
          </a:xfrm>
          <a:prstGeom prst="roundRect">
            <a:avLst>
              <a:gd name="adj" fmla="val 2388"/>
            </a:avLst>
          </a:prstGeom>
          <a:solidFill>
            <a:srgbClr val="F8FBFF"/>
          </a:solidFill>
          <a:ln w="12700">
            <a:solidFill>
              <a:srgbClr val="CBDDEA"/>
            </a:solidFill>
            <a:prstDash val="solid"/>
          </a:ln>
          <a:effectLst>
            <a:outerShdw blurRad="12700" dist="50800" dir="2700000" algn="bl" rotWithShape="0">
              <a:srgbClr val="D5DEE7">
                <a:alpha val="16000"/>
              </a:srgbClr>
            </a:outerShdw>
          </a:effectLst>
        </p:spPr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xmlns="" id="{E7A1C039-978D-4EF4-9B85-030B96DC0FD4}"/>
              </a:ext>
            </a:extLst>
          </p:cNvPr>
          <p:cNvSpPr/>
          <p:nvPr/>
        </p:nvSpPr>
        <p:spPr>
          <a:xfrm>
            <a:off x="6096000" y="3282811"/>
            <a:ext cx="600677" cy="640251"/>
          </a:xfrm>
          <a:prstGeom prst="ellipse">
            <a:avLst/>
          </a:prstGeom>
          <a:solidFill>
            <a:srgbClr val="337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</a:rPr>
              <a:t>01</a:t>
            </a:r>
            <a:endParaRPr lang="ko-KR" altLang="en-US" sz="16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06E9B023-DE7C-49DB-A71B-6D796C617C46}"/>
              </a:ext>
            </a:extLst>
          </p:cNvPr>
          <p:cNvSpPr txBox="1"/>
          <p:nvPr/>
        </p:nvSpPr>
        <p:spPr>
          <a:xfrm>
            <a:off x="6855538" y="3342519"/>
            <a:ext cx="393424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>
                <a:latin typeface="Noto Sans KR" panose="020B0200000000000000" pitchFamily="50" charset="-127"/>
                <a:ea typeface="Noto Sans KR" panose="020B0200000000000000" pitchFamily="50" charset="-127"/>
              </a:rPr>
              <a:t>콘텐츠 탐색 단절</a:t>
            </a:r>
            <a:endParaRPr lang="en-US" altLang="ko-KR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20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관련 도서와 공연을 사용자가 직접 별도로 탐색</a:t>
            </a: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xmlns="" id="{42035F6A-B882-4C37-AD2C-31BFEEE799A8}"/>
              </a:ext>
            </a:extLst>
          </p:cNvPr>
          <p:cNvSpPr/>
          <p:nvPr/>
        </p:nvSpPr>
        <p:spPr>
          <a:xfrm>
            <a:off x="6101438" y="4663263"/>
            <a:ext cx="600677" cy="640251"/>
          </a:xfrm>
          <a:prstGeom prst="ellipse">
            <a:avLst/>
          </a:prstGeom>
          <a:solidFill>
            <a:srgbClr val="337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</a:rPr>
              <a:t>02</a:t>
            </a:r>
            <a:endParaRPr lang="ko-KR" altLang="en-US" sz="16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5DC62971-A7FB-4A59-AE70-51FB6F13B468}"/>
              </a:ext>
            </a:extLst>
          </p:cNvPr>
          <p:cNvSpPr txBox="1"/>
          <p:nvPr/>
        </p:nvSpPr>
        <p:spPr>
          <a:xfrm>
            <a:off x="6860976" y="4722971"/>
            <a:ext cx="393424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>
                <a:latin typeface="Noto Sans KR" panose="020B0200000000000000" pitchFamily="50" charset="-127"/>
                <a:ea typeface="Noto Sans KR" panose="020B0200000000000000" pitchFamily="50" charset="-127"/>
              </a:rPr>
              <a:t>연관 콘텐츠 활용 부족</a:t>
            </a:r>
            <a:endParaRPr lang="en-US" altLang="ko-KR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20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원작 도서와 공연처럼 연결 가능한 콘텐츠를 서비스 안에서 활용하기 어려움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xmlns="" id="{B9E29347-6056-4644-8C5A-0AA304FB18B0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562726" y="3241159"/>
            <a:ext cx="1928964" cy="141089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xmlns="" id="{41EF50CC-F12A-45BD-A0AC-4911D2A0EFC9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275513" y="3278775"/>
            <a:ext cx="2161899" cy="1405170"/>
          </a:xfrm>
          <a:prstGeom prst="rect">
            <a:avLst/>
          </a:prstGeom>
        </p:spPr>
      </p:pic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xmlns="" id="{F57E2635-6529-415E-A5C0-FEB36AAA92E7}"/>
              </a:ext>
            </a:extLst>
          </p:cNvPr>
          <p:cNvSpPr/>
          <p:nvPr/>
        </p:nvSpPr>
        <p:spPr>
          <a:xfrm>
            <a:off x="1474364" y="4871162"/>
            <a:ext cx="1764196" cy="322033"/>
          </a:xfrm>
          <a:prstGeom prst="roundRect">
            <a:avLst/>
          </a:prstGeom>
          <a:solidFill>
            <a:srgbClr val="337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latin typeface="Noto Sans KR" panose="020B0200000000000000" pitchFamily="50" charset="-127"/>
                <a:ea typeface="Noto Sans KR" panose="020B0200000000000000" pitchFamily="50" charset="-127"/>
              </a:rPr>
              <a:t>BOOK</a:t>
            </a:r>
            <a:endParaRPr lang="ko-KR" altLang="en-US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xmlns="" id="{EA7CA23E-E988-4BC2-B69E-07584226D16D}"/>
              </a:ext>
            </a:extLst>
          </p:cNvPr>
          <p:cNvSpPr/>
          <p:nvPr/>
        </p:nvSpPr>
        <p:spPr>
          <a:xfrm>
            <a:off x="3645110" y="4855027"/>
            <a:ext cx="1764196" cy="322033"/>
          </a:xfrm>
          <a:prstGeom prst="roundRect">
            <a:avLst/>
          </a:prstGeom>
          <a:solidFill>
            <a:srgbClr val="337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latin typeface="Noto Sans KR" panose="020B0200000000000000" pitchFamily="50" charset="-127"/>
                <a:ea typeface="Noto Sans KR" panose="020B0200000000000000" pitchFamily="50" charset="-127"/>
              </a:rPr>
              <a:t>TICKET</a:t>
            </a:r>
            <a:endParaRPr lang="ko-KR" altLang="en-US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893F55E9-A7EC-4714-AF61-09291CE6AD2F}"/>
              </a:ext>
            </a:extLst>
          </p:cNvPr>
          <p:cNvSpPr txBox="1"/>
          <p:nvPr/>
        </p:nvSpPr>
        <p:spPr>
          <a:xfrm>
            <a:off x="1477680" y="5553236"/>
            <a:ext cx="3826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/>
            <a:r>
              <a:rPr lang="ko-KR" altLang="en-US" sz="140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사용자는 도서와 공연을 각각 다른 화면에서 탐색하고 구매 </a:t>
            </a:r>
            <a:r>
              <a:rPr lang="en-US" altLang="ko-KR" sz="140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예매 흐름도 별도로 진행해야 함</a:t>
            </a:r>
          </a:p>
        </p:txBody>
      </p:sp>
    </p:spTree>
    <p:extLst>
      <p:ext uri="{BB962C8B-B14F-4D97-AF65-F5344CB8AC3E}">
        <p14:creationId xmlns:p14="http://schemas.microsoft.com/office/powerpoint/2010/main" xmlns="" val="30015796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EE109AB5-00CA-F0E8-7FD9-645FB6E912A9}"/>
              </a:ext>
            </a:extLst>
          </p:cNvPr>
          <p:cNvSpPr txBox="1"/>
          <p:nvPr/>
        </p:nvSpPr>
        <p:spPr>
          <a:xfrm>
            <a:off x="1076694" y="332656"/>
            <a:ext cx="690102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defRPr/>
            </a:pPr>
            <a:r>
              <a:rPr lang="ko-KR" altLang="en-US" sz="2800" b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개요</a:t>
            </a:r>
            <a:endParaRPr lang="en-US" altLang="ko-KR" sz="2800" b="1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atinLnBrk="0">
              <a:defRPr/>
            </a:pPr>
            <a:r>
              <a:rPr lang="ko-KR" altLang="en-US" sz="1600" b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배경</a:t>
            </a:r>
          </a:p>
          <a:p>
            <a:pPr latinLnBrk="0">
              <a:defRPr/>
            </a:pPr>
            <a:endParaRPr lang="ko-KR" altLang="en-US" sz="2800" b="1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xmlns="" id="{3934FE3F-188B-4D6B-A0F7-6D4835E9430D}"/>
              </a:ext>
            </a:extLst>
          </p:cNvPr>
          <p:cNvSpPr txBox="1"/>
          <p:nvPr/>
        </p:nvSpPr>
        <p:spPr>
          <a:xfrm>
            <a:off x="1021080" y="1772816"/>
            <a:ext cx="10149840" cy="415498"/>
          </a:xfrm>
          <a:prstGeom prst="rect">
            <a:avLst/>
          </a:prstGeom>
          <a:solidFill>
            <a:srgbClr val="3378C8"/>
          </a:solidFill>
        </p:spPr>
        <p:txBody>
          <a:bodyPr wrap="square" anchor="t">
            <a:spAutoFit/>
          </a:bodyPr>
          <a:lstStyle/>
          <a:p>
            <a:pPr algn="ctr" latinLnBrk="0"/>
            <a:r>
              <a:rPr lang="ko-KR" altLang="en-US" sz="2100" b="1">
                <a:solidFill>
                  <a:schemeClr val="bg1"/>
                </a:solidFill>
                <a:latin typeface="Noto Sans KR" panose="020B0200000000000000" pitchFamily="50" charset="-127"/>
              </a:rPr>
              <a:t>도서 탐색의 편의성과 공연 예매의 상태 관리를 하나의 서비스 경험으로 결합</a:t>
            </a:r>
            <a:endParaRPr sz="2100" b="1">
              <a:solidFill>
                <a:schemeClr val="bg1"/>
              </a:solidFill>
              <a:latin typeface="Noto Sans KR" panose="020B0200000000000000" pitchFamily="50" charset="-127"/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xmlns="" id="{60AF2FF5-97FD-4FE8-BE73-752F069A9344}"/>
              </a:ext>
            </a:extLst>
          </p:cNvPr>
          <p:cNvSpPr/>
          <p:nvPr/>
        </p:nvSpPr>
        <p:spPr>
          <a:xfrm>
            <a:off x="293510" y="238780"/>
            <a:ext cx="831202" cy="885964"/>
          </a:xfrm>
          <a:prstGeom prst="ellipse">
            <a:avLst/>
          </a:prstGeom>
          <a:solidFill>
            <a:srgbClr val="337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en-US" altLang="ko-KR" sz="2400" b="1">
                <a:latin typeface="Noto Sans KR" panose="020B0200000000000000" pitchFamily="50" charset="-127"/>
                <a:ea typeface="Noto Sans KR" panose="020B0200000000000000" pitchFamily="50" charset="-127"/>
              </a:rPr>
              <a:t>01</a:t>
            </a:r>
            <a:endParaRPr lang="ko-KR" altLang="en-US" sz="24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xmlns="" id="{A70F765E-5B5D-4C7F-9324-E6030DB7BC19}"/>
              </a:ext>
            </a:extLst>
          </p:cNvPr>
          <p:cNvSpPr/>
          <p:nvPr/>
        </p:nvSpPr>
        <p:spPr>
          <a:xfrm>
            <a:off x="1919536" y="2635911"/>
            <a:ext cx="3337560" cy="3348372"/>
          </a:xfrm>
          <a:prstGeom prst="roundRect">
            <a:avLst>
              <a:gd name="adj" fmla="val 2388"/>
            </a:avLst>
          </a:prstGeom>
          <a:solidFill>
            <a:srgbClr val="F8FBFF"/>
          </a:solidFill>
          <a:ln w="12700">
            <a:solidFill>
              <a:srgbClr val="CBDDEA"/>
            </a:solidFill>
            <a:prstDash val="solid"/>
          </a:ln>
          <a:effectLst>
            <a:outerShdw blurRad="12700" dist="50800" dir="2700000" algn="bl" rotWithShape="0">
              <a:srgbClr val="D5DEE7">
                <a:alpha val="16000"/>
              </a:srgbClr>
            </a:outerShdw>
          </a:effectLst>
        </p:spPr>
      </p:sp>
      <p:sp>
        <p:nvSpPr>
          <p:cNvPr id="18" name="Shape 8">
            <a:extLst>
              <a:ext uri="{FF2B5EF4-FFF2-40B4-BE49-F238E27FC236}">
                <a16:creationId xmlns:a16="http://schemas.microsoft.com/office/drawing/2014/main" xmlns="" id="{18A5D338-0C64-411D-A208-DF271800740E}"/>
              </a:ext>
            </a:extLst>
          </p:cNvPr>
          <p:cNvSpPr/>
          <p:nvPr/>
        </p:nvSpPr>
        <p:spPr>
          <a:xfrm>
            <a:off x="7284132" y="2634910"/>
            <a:ext cx="3337560" cy="3348370"/>
          </a:xfrm>
          <a:prstGeom prst="roundRect">
            <a:avLst>
              <a:gd name="adj" fmla="val 2388"/>
            </a:avLst>
          </a:prstGeom>
          <a:solidFill>
            <a:srgbClr val="F8FBFF"/>
          </a:solidFill>
          <a:ln w="12700">
            <a:solidFill>
              <a:srgbClr val="CBDDEA"/>
            </a:solidFill>
            <a:prstDash val="solid"/>
          </a:ln>
          <a:effectLst>
            <a:outerShdw blurRad="12700" dist="50800" dir="2700000" algn="bl" rotWithShape="0">
              <a:srgbClr val="D5DEE7">
                <a:alpha val="16000"/>
              </a:srgbClr>
            </a:outerShdw>
          </a:effectLst>
        </p:spPr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559951FF-8B66-41BC-A25E-1D57B73C5524}"/>
              </a:ext>
            </a:extLst>
          </p:cNvPr>
          <p:cNvSpPr txBox="1"/>
          <p:nvPr/>
        </p:nvSpPr>
        <p:spPr>
          <a:xfrm>
            <a:off x="1883532" y="2743923"/>
            <a:ext cx="3373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b="1">
                <a:latin typeface="Noto Sans KR" panose="020B0200000000000000" pitchFamily="50" charset="-127"/>
                <a:ea typeface="Noto Sans KR" panose="020B0200000000000000" pitchFamily="50" charset="-127"/>
              </a:rPr>
              <a:t>교보문고</a:t>
            </a:r>
            <a:r>
              <a:rPr lang="en-US" altLang="ko-KR" b="1"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  <a:endParaRPr lang="ko-KR" altLang="en-US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588B5F9B-003E-4034-BC6F-5A18FF0C43A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408842" y="3113255"/>
            <a:ext cx="2265610" cy="212400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BD57F51D-8C7A-47CE-A2B5-7F8F8B3F842A}"/>
              </a:ext>
            </a:extLst>
          </p:cNvPr>
          <p:cNvSpPr txBox="1"/>
          <p:nvPr/>
        </p:nvSpPr>
        <p:spPr>
          <a:xfrm>
            <a:off x="1919536" y="5408219"/>
            <a:ext cx="333756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>
                <a:latin typeface="Noto Sans KR" panose="020B0200000000000000" pitchFamily="50" charset="-127"/>
                <a:ea typeface="Noto Sans KR" panose="020B0200000000000000" pitchFamily="50" charset="-127"/>
              </a:rPr>
              <a:t>도서 검색</a:t>
            </a:r>
            <a:r>
              <a:rPr lang="en-US" altLang="ko-KR" sz="1400" b="1">
                <a:solidFill>
                  <a:srgbClr val="2B394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· </a:t>
            </a:r>
            <a:r>
              <a:rPr lang="ko-KR" altLang="en-US" sz="1400" b="1">
                <a:solidFill>
                  <a:srgbClr val="2B394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상세</a:t>
            </a:r>
            <a:r>
              <a:rPr lang="en-US" altLang="ko-KR" sz="1400" b="1">
                <a:solidFill>
                  <a:srgbClr val="2B394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· </a:t>
            </a:r>
            <a:r>
              <a:rPr lang="ko-KR" altLang="en-US" sz="1400" b="1">
                <a:solidFill>
                  <a:srgbClr val="2B394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구매</a:t>
            </a:r>
            <a:endParaRPr lang="en-US" altLang="ko-KR" sz="1400" b="1">
              <a:solidFill>
                <a:srgbClr val="2B3949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20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도서명</a:t>
            </a: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20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출판사</a:t>
            </a: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20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가격 등 도서 정보 중심</a:t>
            </a:r>
            <a:endParaRPr lang="ko-KR" altLang="en-US" sz="110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F98A3FB2-9004-447C-A6D9-A79C60E4BC02}"/>
              </a:ext>
            </a:extLst>
          </p:cNvPr>
          <p:cNvSpPr txBox="1"/>
          <p:nvPr/>
        </p:nvSpPr>
        <p:spPr>
          <a:xfrm>
            <a:off x="7284132" y="2743923"/>
            <a:ext cx="3373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b="1">
                <a:latin typeface="Noto Sans KR" panose="020B0200000000000000" pitchFamily="50" charset="-127"/>
                <a:ea typeface="Noto Sans KR" panose="020B0200000000000000" pitchFamily="50" charset="-127"/>
              </a:rPr>
              <a:t>인터파크</a:t>
            </a:r>
            <a:r>
              <a:rPr lang="en-US" altLang="ko-KR" b="1"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  <a:endParaRPr lang="ko-KR" altLang="en-US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A67DD0C6-0DAA-4C62-B800-69620CB81A77}"/>
              </a:ext>
            </a:extLst>
          </p:cNvPr>
          <p:cNvSpPr txBox="1"/>
          <p:nvPr/>
        </p:nvSpPr>
        <p:spPr>
          <a:xfrm>
            <a:off x="7320136" y="5408219"/>
            <a:ext cx="333756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>
                <a:latin typeface="Noto Sans KR" panose="020B0200000000000000" pitchFamily="50" charset="-127"/>
                <a:ea typeface="Noto Sans KR" panose="020B0200000000000000" pitchFamily="50" charset="-127"/>
              </a:rPr>
              <a:t>공연 </a:t>
            </a:r>
            <a:r>
              <a:rPr lang="ko-KR" altLang="en-US" sz="1400" b="1" err="1">
                <a:latin typeface="Noto Sans KR" panose="020B0200000000000000" pitchFamily="50" charset="-127"/>
                <a:ea typeface="Noto Sans KR" panose="020B0200000000000000" pitchFamily="50" charset="-127"/>
              </a:rPr>
              <a:t>회차</a:t>
            </a:r>
            <a:r>
              <a:rPr lang="ko-KR" altLang="en-US" sz="1400" b="1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400" b="1">
                <a:solidFill>
                  <a:srgbClr val="2B394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400" b="1">
                <a:solidFill>
                  <a:srgbClr val="2B394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좌석 예매</a:t>
            </a:r>
            <a:endParaRPr lang="en-US" altLang="ko-KR" sz="1400" b="1">
              <a:solidFill>
                <a:srgbClr val="2B3949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20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시간</a:t>
            </a: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20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좌석 상태 중심의 예매 흐름 제공</a:t>
            </a:r>
            <a:endParaRPr lang="ko-KR" altLang="en-US" sz="110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xmlns="" id="{2CF4978D-D641-4B71-A7CB-5BCE507FB901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499298" y="3247978"/>
            <a:ext cx="2989190" cy="1989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8637822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EE109AB5-00CA-F0E8-7FD9-645FB6E912A9}"/>
              </a:ext>
            </a:extLst>
          </p:cNvPr>
          <p:cNvSpPr txBox="1"/>
          <p:nvPr/>
        </p:nvSpPr>
        <p:spPr>
          <a:xfrm>
            <a:off x="1076694" y="332656"/>
            <a:ext cx="690102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defRPr/>
            </a:pPr>
            <a:r>
              <a:rPr lang="ko-KR" altLang="en-US" sz="2800" b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개요</a:t>
            </a:r>
            <a:endParaRPr lang="en-US" altLang="ko-KR" sz="2800" b="1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atinLnBrk="0">
              <a:defRPr/>
            </a:pPr>
            <a:r>
              <a:rPr lang="ko-KR" altLang="en-US" sz="1600" b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기획 의도</a:t>
            </a:r>
          </a:p>
          <a:p>
            <a:pPr latinLnBrk="0">
              <a:defRPr/>
            </a:pPr>
            <a:endParaRPr lang="ko-KR" altLang="en-US" sz="2800" b="1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xmlns="" id="{60AF2FF5-97FD-4FE8-BE73-752F069A9344}"/>
              </a:ext>
            </a:extLst>
          </p:cNvPr>
          <p:cNvSpPr/>
          <p:nvPr/>
        </p:nvSpPr>
        <p:spPr>
          <a:xfrm>
            <a:off x="293510" y="238780"/>
            <a:ext cx="831202" cy="885964"/>
          </a:xfrm>
          <a:prstGeom prst="ellipse">
            <a:avLst/>
          </a:prstGeom>
          <a:solidFill>
            <a:srgbClr val="337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>
                <a:latin typeface="Noto Sans KR" panose="020B0200000000000000" pitchFamily="50" charset="-127"/>
                <a:ea typeface="Noto Sans KR" panose="020B0200000000000000" pitchFamily="50" charset="-127"/>
              </a:rPr>
              <a:t>01</a:t>
            </a:r>
            <a:endParaRPr lang="ko-KR" altLang="en-US" sz="24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xmlns="" id="{C8CB604C-D33F-4454-9DB8-D608B9F1FD47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883532" y="1700808"/>
            <a:ext cx="3700148" cy="108361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D7E4D973-C3BC-4E5A-A2D9-7A8D78DF44B1}"/>
              </a:ext>
            </a:extLst>
          </p:cNvPr>
          <p:cNvSpPr txBox="1"/>
          <p:nvPr/>
        </p:nvSpPr>
        <p:spPr>
          <a:xfrm>
            <a:off x="5673467" y="1698637"/>
            <a:ext cx="4896544" cy="115698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latinLnBrk="0">
              <a:lnSpc>
                <a:spcPct val="150000"/>
              </a:lnSpc>
            </a:pPr>
            <a:r>
              <a:rPr lang="en-US" altLang="ko-KR" sz="1600" b="1">
                <a:solidFill>
                  <a:srgbClr val="3378C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Book + Ticketing</a:t>
            </a:r>
            <a:r>
              <a:rPr lang="ko-KR" altLang="en-US" sz="1600" b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의 의미를 지닌</a:t>
            </a:r>
            <a:endParaRPr lang="en-US" altLang="ko-KR" sz="1600" b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 latinLnBrk="0">
              <a:lnSpc>
                <a:spcPct val="150000"/>
              </a:lnSpc>
            </a:pPr>
            <a:r>
              <a:rPr lang="ko-KR" altLang="en-US" sz="1600" b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도서 구매와 공연 예매를 하나의 흐름으로 연결한</a:t>
            </a:r>
            <a:endParaRPr lang="en-US" altLang="ko-KR" sz="1600" b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 latinLnBrk="0">
              <a:lnSpc>
                <a:spcPct val="150000"/>
              </a:lnSpc>
            </a:pPr>
            <a:r>
              <a:rPr lang="ko-KR" altLang="en-US" sz="1600" b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문화 콘텐츠 통합 플랫폼</a:t>
            </a:r>
            <a:endParaRPr sz="1600" b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Rounded Rectangle 133">
            <a:extLst>
              <a:ext uri="{FF2B5EF4-FFF2-40B4-BE49-F238E27FC236}">
                <a16:creationId xmlns:a16="http://schemas.microsoft.com/office/drawing/2014/main" xmlns="" id="{24BEE0F0-9DF8-4F79-9FC7-1266CE7D2F8C}"/>
              </a:ext>
            </a:extLst>
          </p:cNvPr>
          <p:cNvSpPr/>
          <p:nvPr/>
        </p:nvSpPr>
        <p:spPr>
          <a:xfrm>
            <a:off x="747155" y="3933056"/>
            <a:ext cx="3108960" cy="1440160"/>
          </a:xfrm>
          <a:prstGeom prst="roundRect">
            <a:avLst/>
          </a:prstGeom>
          <a:noFill/>
          <a:ln w="12700">
            <a:solidFill>
              <a:srgbClr val="337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>
              <a:latin typeface="Noto Sans KR" panose="020B0200000000000000" pitchFamily="50" charset="-127"/>
            </a:endParaRPr>
          </a:p>
        </p:txBody>
      </p:sp>
      <p:sp>
        <p:nvSpPr>
          <p:cNvPr id="8" name="Rounded Rectangle 133">
            <a:extLst>
              <a:ext uri="{FF2B5EF4-FFF2-40B4-BE49-F238E27FC236}">
                <a16:creationId xmlns:a16="http://schemas.microsoft.com/office/drawing/2014/main" xmlns="" id="{4B05F2E4-B75F-4B22-8193-71F3A6CAB446}"/>
              </a:ext>
            </a:extLst>
          </p:cNvPr>
          <p:cNvSpPr/>
          <p:nvPr/>
        </p:nvSpPr>
        <p:spPr>
          <a:xfrm>
            <a:off x="4533436" y="3933056"/>
            <a:ext cx="3108960" cy="1440160"/>
          </a:xfrm>
          <a:prstGeom prst="roundRect">
            <a:avLst/>
          </a:prstGeom>
          <a:noFill/>
          <a:ln w="12700">
            <a:solidFill>
              <a:srgbClr val="337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>
              <a:latin typeface="Noto Sans KR" panose="020B0200000000000000" pitchFamily="50" charset="-127"/>
            </a:endParaRPr>
          </a:p>
        </p:txBody>
      </p:sp>
      <p:sp>
        <p:nvSpPr>
          <p:cNvPr id="9" name="Rounded Rectangle 133">
            <a:extLst>
              <a:ext uri="{FF2B5EF4-FFF2-40B4-BE49-F238E27FC236}">
                <a16:creationId xmlns:a16="http://schemas.microsoft.com/office/drawing/2014/main" xmlns="" id="{7B912E84-958D-42EE-9837-341F9E46688E}"/>
              </a:ext>
            </a:extLst>
          </p:cNvPr>
          <p:cNvSpPr/>
          <p:nvPr/>
        </p:nvSpPr>
        <p:spPr>
          <a:xfrm>
            <a:off x="8315632" y="3923763"/>
            <a:ext cx="3108960" cy="1440160"/>
          </a:xfrm>
          <a:prstGeom prst="roundRect">
            <a:avLst/>
          </a:prstGeom>
          <a:noFill/>
          <a:ln w="12700">
            <a:solidFill>
              <a:srgbClr val="337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>
              <a:latin typeface="Noto Sans KR" panose="020B0200000000000000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655FB37C-8291-4999-9909-6745E05475B8}"/>
              </a:ext>
            </a:extLst>
          </p:cNvPr>
          <p:cNvSpPr txBox="1"/>
          <p:nvPr/>
        </p:nvSpPr>
        <p:spPr>
          <a:xfrm>
            <a:off x="875420" y="4113076"/>
            <a:ext cx="24842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>
                <a:solidFill>
                  <a:srgbClr val="3378C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01 </a:t>
            </a:r>
            <a:r>
              <a:rPr lang="ko-KR" altLang="en-US" sz="2000" b="1">
                <a:solidFill>
                  <a:srgbClr val="3378C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탐색 연결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CCEA0601-DEFA-47D3-9135-7309FFFA0B58}"/>
              </a:ext>
            </a:extLst>
          </p:cNvPr>
          <p:cNvSpPr txBox="1"/>
          <p:nvPr/>
        </p:nvSpPr>
        <p:spPr>
          <a:xfrm>
            <a:off x="764216" y="4628165"/>
            <a:ext cx="3091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도서와 공연을 같은 서비스 안에서 조회</a:t>
            </a:r>
            <a:endParaRPr lang="ko-KR" altLang="en-US" sz="110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6A705557-B5CE-4A11-9FB1-2E6CFCAAE851}"/>
              </a:ext>
            </a:extLst>
          </p:cNvPr>
          <p:cNvSpPr txBox="1"/>
          <p:nvPr/>
        </p:nvSpPr>
        <p:spPr>
          <a:xfrm>
            <a:off x="4638755" y="4113076"/>
            <a:ext cx="24842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>
                <a:solidFill>
                  <a:srgbClr val="3378C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02 </a:t>
            </a:r>
            <a:r>
              <a:rPr lang="ko-KR" altLang="en-US" sz="2000" b="1">
                <a:solidFill>
                  <a:srgbClr val="3378C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구매</a:t>
            </a:r>
            <a:r>
              <a:rPr lang="en-US" altLang="ko-KR" sz="2000" b="1">
                <a:solidFill>
                  <a:srgbClr val="3378C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</a:t>
            </a:r>
            <a:r>
              <a:rPr lang="ko-KR" altLang="en-US" sz="2000" b="1">
                <a:solidFill>
                  <a:srgbClr val="3378C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예매 흐름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F26EF0CA-FE9B-48A8-85A0-F4E8D93A56CD}"/>
              </a:ext>
            </a:extLst>
          </p:cNvPr>
          <p:cNvSpPr txBox="1"/>
          <p:nvPr/>
        </p:nvSpPr>
        <p:spPr>
          <a:xfrm>
            <a:off x="4527551" y="4628165"/>
            <a:ext cx="3091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장바구니</a:t>
            </a:r>
            <a:r>
              <a:rPr lang="en-US" altLang="ko-KR" sz="110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·</a:t>
            </a: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주문</a:t>
            </a:r>
            <a:r>
              <a:rPr lang="en-US" altLang="ko-KR" sz="110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·</a:t>
            </a: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좌석 선점</a:t>
            </a:r>
            <a:r>
              <a:rPr lang="en-US" altLang="ko-KR" sz="110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·</a:t>
            </a: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결제 흐름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9C5F2055-1157-401C-A6CB-D84B4C9036ED}"/>
              </a:ext>
            </a:extLst>
          </p:cNvPr>
          <p:cNvSpPr txBox="1"/>
          <p:nvPr/>
        </p:nvSpPr>
        <p:spPr>
          <a:xfrm>
            <a:off x="8426836" y="4113076"/>
            <a:ext cx="24842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>
                <a:solidFill>
                  <a:srgbClr val="3378C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03 </a:t>
            </a:r>
            <a:r>
              <a:rPr lang="ko-KR" altLang="en-US" sz="2000" b="1">
                <a:solidFill>
                  <a:srgbClr val="3378C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상태 관리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D3C98230-CEF7-4B71-AC8B-7EFE087578A6}"/>
              </a:ext>
            </a:extLst>
          </p:cNvPr>
          <p:cNvSpPr txBox="1"/>
          <p:nvPr/>
        </p:nvSpPr>
        <p:spPr>
          <a:xfrm>
            <a:off x="8315632" y="4628165"/>
            <a:ext cx="3091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미결제</a:t>
            </a:r>
            <a:r>
              <a:rPr lang="en-US" altLang="ko-KR" sz="110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·</a:t>
            </a: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중복 선점</a:t>
            </a:r>
            <a:r>
              <a:rPr lang="en-US" altLang="ko-KR" sz="110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· </a:t>
            </a: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환불 이후 상태 복구</a:t>
            </a:r>
          </a:p>
        </p:txBody>
      </p:sp>
    </p:spTree>
    <p:extLst>
      <p:ext uri="{BB962C8B-B14F-4D97-AF65-F5344CB8AC3E}">
        <p14:creationId xmlns:p14="http://schemas.microsoft.com/office/powerpoint/2010/main" xmlns="" val="29542875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1">
            <a:extLst>
              <a:ext uri="{FF2B5EF4-FFF2-40B4-BE49-F238E27FC236}">
                <a16:creationId xmlns:a16="http://schemas.microsoft.com/office/drawing/2014/main" xmlns="" id="{A7FD76B9-2AFB-4FCE-8A66-F1AC682FA121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378C8"/>
          </a:solidFill>
          <a:ln w="12700">
            <a:solidFill>
              <a:srgbClr val="1F68B7"/>
            </a:solidFill>
            <a:prstDash val="solid"/>
          </a:ln>
        </p:spPr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B009248F-4DD8-4AD8-8BAC-D1D16257D0A0}"/>
              </a:ext>
            </a:extLst>
          </p:cNvPr>
          <p:cNvSpPr txBox="1"/>
          <p:nvPr/>
        </p:nvSpPr>
        <p:spPr>
          <a:xfrm>
            <a:off x="983432" y="1376772"/>
            <a:ext cx="9721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b="1" u="sng">
                <a:solidFill>
                  <a:srgbClr val="3378C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02</a:t>
            </a:r>
            <a:endParaRPr lang="ko-KR" altLang="en-US" sz="4800" b="1" u="sng">
              <a:solidFill>
                <a:srgbClr val="3378C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546F5969-0EE0-452E-A423-83B96040389E}"/>
              </a:ext>
            </a:extLst>
          </p:cNvPr>
          <p:cNvSpPr txBox="1"/>
          <p:nvPr/>
        </p:nvSpPr>
        <p:spPr>
          <a:xfrm>
            <a:off x="1955540" y="1448780"/>
            <a:ext cx="45365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설계</a:t>
            </a:r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xmlns="" id="{6889B7D8-6A1B-486A-B03F-7166899A264D}"/>
              </a:ext>
            </a:extLst>
          </p:cNvPr>
          <p:cNvSpPr/>
          <p:nvPr/>
        </p:nvSpPr>
        <p:spPr>
          <a:xfrm>
            <a:off x="10200456" y="6263640"/>
            <a:ext cx="863784" cy="2257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1050" b="1">
                <a:solidFill>
                  <a:srgbClr val="3378C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BOOKETING</a:t>
            </a:r>
            <a:endParaRPr lang="en-US" sz="1050">
              <a:solidFill>
                <a:srgbClr val="3378C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1810443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extBox 152">
            <a:extLst>
              <a:ext uri="{FF2B5EF4-FFF2-40B4-BE49-F238E27FC236}">
                <a16:creationId xmlns:a16="http://schemas.microsoft.com/office/drawing/2014/main" xmlns="" id="{108A0801-DEC4-4191-A48A-DA787A585D56}"/>
              </a:ext>
            </a:extLst>
          </p:cNvPr>
          <p:cNvSpPr txBox="1"/>
          <p:nvPr/>
        </p:nvSpPr>
        <p:spPr>
          <a:xfrm>
            <a:off x="960120" y="1484784"/>
            <a:ext cx="10149840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latinLnBrk="0"/>
            <a:r>
              <a:rPr lang="ko-KR" altLang="en-US" sz="2100" b="1">
                <a:solidFill>
                  <a:srgbClr val="23303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서비스 전체 흐름</a:t>
            </a:r>
          </a:p>
        </p:txBody>
      </p:sp>
      <p:sp>
        <p:nvSpPr>
          <p:cNvPr id="57" name="Rounded Rectangle 143">
            <a:extLst>
              <a:ext uri="{FF2B5EF4-FFF2-40B4-BE49-F238E27FC236}">
                <a16:creationId xmlns:a16="http://schemas.microsoft.com/office/drawing/2014/main" xmlns="" id="{1D8F9F29-8DBA-4926-AF4E-E8B3D1E6D9A0}"/>
              </a:ext>
            </a:extLst>
          </p:cNvPr>
          <p:cNvSpPr/>
          <p:nvPr/>
        </p:nvSpPr>
        <p:spPr>
          <a:xfrm>
            <a:off x="1042276" y="2492896"/>
            <a:ext cx="1417320" cy="640080"/>
          </a:xfrm>
          <a:prstGeom prst="roundRect">
            <a:avLst/>
          </a:prstGeom>
          <a:solidFill>
            <a:srgbClr val="EFF6FD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>
              <a:latin typeface="Noto Sans KR" panose="020B0200000000000000" pitchFamily="50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xmlns="" id="{097E2D8E-F489-4876-8998-126246BE4BAC}"/>
              </a:ext>
            </a:extLst>
          </p:cNvPr>
          <p:cNvSpPr txBox="1"/>
          <p:nvPr/>
        </p:nvSpPr>
        <p:spPr>
          <a:xfrm>
            <a:off x="1152004" y="2602624"/>
            <a:ext cx="1197864" cy="20621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 latinLnBrk="0"/>
            <a:r>
              <a:rPr sz="1100" b="1" err="1">
                <a:solidFill>
                  <a:srgbClr val="2D77C2"/>
                </a:solidFill>
                <a:latin typeface="Noto Sans KR" panose="020B0200000000000000" pitchFamily="50" charset="-127"/>
              </a:rPr>
              <a:t>회원가입</a:t>
            </a:r>
            <a:r>
              <a:rPr sz="1100" b="1">
                <a:solidFill>
                  <a:srgbClr val="2D77C2"/>
                </a:solidFill>
                <a:latin typeface="Noto Sans KR" panose="020B0200000000000000" pitchFamily="50" charset="-127"/>
              </a:rPr>
              <a:t>/</a:t>
            </a:r>
            <a:r>
              <a:rPr sz="1100" b="1" err="1">
                <a:solidFill>
                  <a:srgbClr val="2D77C2"/>
                </a:solidFill>
                <a:latin typeface="Noto Sans KR" panose="020B0200000000000000" pitchFamily="50" charset="-127"/>
              </a:rPr>
              <a:t>로그인</a:t>
            </a:r>
            <a:endParaRPr sz="1100" b="1">
              <a:solidFill>
                <a:srgbClr val="2D77C2"/>
              </a:solidFill>
              <a:latin typeface="Noto Sans KR" panose="020B0200000000000000" pitchFamily="50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xmlns="" id="{4A8AF6FE-031A-43D9-8E94-C554223E4F22}"/>
              </a:ext>
            </a:extLst>
          </p:cNvPr>
          <p:cNvSpPr txBox="1"/>
          <p:nvPr/>
        </p:nvSpPr>
        <p:spPr>
          <a:xfrm>
            <a:off x="1152004" y="2886088"/>
            <a:ext cx="1197864" cy="175433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 latinLnBrk="0"/>
            <a:r>
              <a:rPr sz="900" b="0" err="1">
                <a:solidFill>
                  <a:srgbClr val="23303E"/>
                </a:solidFill>
                <a:latin typeface="Noto Sans KR" panose="020B0200000000000000" pitchFamily="50" charset="-127"/>
              </a:rPr>
              <a:t>인증</a:t>
            </a:r>
            <a:r>
              <a:rPr sz="900" b="0">
                <a:solidFill>
                  <a:srgbClr val="23303E"/>
                </a:solidFill>
                <a:latin typeface="Noto Sans KR" panose="020B0200000000000000" pitchFamily="50" charset="-127"/>
              </a:rPr>
              <a:t> </a:t>
            </a:r>
            <a:r>
              <a:rPr sz="900" b="0" err="1">
                <a:solidFill>
                  <a:srgbClr val="23303E"/>
                </a:solidFill>
                <a:latin typeface="Noto Sans KR" panose="020B0200000000000000" pitchFamily="50" charset="-127"/>
              </a:rPr>
              <a:t>기반</a:t>
            </a:r>
            <a:r>
              <a:rPr sz="900" b="0">
                <a:solidFill>
                  <a:srgbClr val="23303E"/>
                </a:solidFill>
                <a:latin typeface="Noto Sans KR" panose="020B0200000000000000" pitchFamily="50" charset="-127"/>
              </a:rPr>
              <a:t> </a:t>
            </a:r>
            <a:r>
              <a:rPr sz="900" b="0" err="1">
                <a:solidFill>
                  <a:srgbClr val="23303E"/>
                </a:solidFill>
                <a:latin typeface="Noto Sans KR" panose="020B0200000000000000" pitchFamily="50" charset="-127"/>
              </a:rPr>
              <a:t>서비스</a:t>
            </a:r>
            <a:r>
              <a:rPr sz="900" b="0">
                <a:solidFill>
                  <a:srgbClr val="23303E"/>
                </a:solidFill>
                <a:latin typeface="Noto Sans KR" panose="020B0200000000000000" pitchFamily="50" charset="-127"/>
              </a:rPr>
              <a:t> </a:t>
            </a:r>
            <a:r>
              <a:rPr sz="900" b="0" err="1">
                <a:solidFill>
                  <a:srgbClr val="23303E"/>
                </a:solidFill>
                <a:latin typeface="Noto Sans KR" panose="020B0200000000000000" pitchFamily="50" charset="-127"/>
              </a:rPr>
              <a:t>이용</a:t>
            </a:r>
            <a:endParaRPr sz="900" b="0">
              <a:solidFill>
                <a:srgbClr val="23303E"/>
              </a:solidFill>
              <a:latin typeface="Noto Sans KR" panose="020B0200000000000000" pitchFamily="50" charset="-127"/>
            </a:endParaRPr>
          </a:p>
        </p:txBody>
      </p:sp>
      <p:sp>
        <p:nvSpPr>
          <p:cNvPr id="60" name="Rounded Rectangle 146">
            <a:extLst>
              <a:ext uri="{FF2B5EF4-FFF2-40B4-BE49-F238E27FC236}">
                <a16:creationId xmlns:a16="http://schemas.microsoft.com/office/drawing/2014/main" xmlns="" id="{8C0CDA4B-ECF6-4024-80F3-48CA9B8AFA87}"/>
              </a:ext>
            </a:extLst>
          </p:cNvPr>
          <p:cNvSpPr/>
          <p:nvPr/>
        </p:nvSpPr>
        <p:spPr>
          <a:xfrm>
            <a:off x="3166512" y="2492896"/>
            <a:ext cx="1417320" cy="640080"/>
          </a:xfrm>
          <a:prstGeom prst="roundRect">
            <a:avLst/>
          </a:prstGeom>
          <a:solidFill>
            <a:srgbClr val="EFF6FD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>
              <a:latin typeface="Noto Sans KR" panose="020B0200000000000000" pitchFamily="50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xmlns="" id="{6929A503-3312-478C-ABB3-1A02E764FC6F}"/>
              </a:ext>
            </a:extLst>
          </p:cNvPr>
          <p:cNvSpPr txBox="1"/>
          <p:nvPr/>
        </p:nvSpPr>
        <p:spPr>
          <a:xfrm>
            <a:off x="3276240" y="2602624"/>
            <a:ext cx="1197864" cy="20621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 latinLnBrk="0"/>
            <a:r>
              <a:rPr sz="1100" b="1" err="1">
                <a:solidFill>
                  <a:srgbClr val="2D77C2"/>
                </a:solidFill>
                <a:latin typeface="Noto Sans KR" panose="020B0200000000000000" pitchFamily="50" charset="-127"/>
              </a:rPr>
              <a:t>콘텐츠</a:t>
            </a:r>
            <a:r>
              <a:rPr sz="1100" b="1">
                <a:solidFill>
                  <a:srgbClr val="2D77C2"/>
                </a:solidFill>
                <a:latin typeface="Noto Sans KR" panose="020B0200000000000000" pitchFamily="50" charset="-127"/>
              </a:rPr>
              <a:t> </a:t>
            </a:r>
            <a:r>
              <a:rPr sz="1100" b="1" err="1">
                <a:solidFill>
                  <a:srgbClr val="2D77C2"/>
                </a:solidFill>
                <a:latin typeface="Noto Sans KR" panose="020B0200000000000000" pitchFamily="50" charset="-127"/>
              </a:rPr>
              <a:t>탐색</a:t>
            </a:r>
            <a:endParaRPr sz="1100" b="1">
              <a:solidFill>
                <a:srgbClr val="2D77C2"/>
              </a:solidFill>
              <a:latin typeface="Noto Sans KR" panose="020B0200000000000000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xmlns="" id="{6A9255F5-F081-4F0F-9F63-8CD12EE56723}"/>
              </a:ext>
            </a:extLst>
          </p:cNvPr>
          <p:cNvSpPr txBox="1"/>
          <p:nvPr/>
        </p:nvSpPr>
        <p:spPr>
          <a:xfrm>
            <a:off x="3276240" y="2886088"/>
            <a:ext cx="1197864" cy="175433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 latinLnBrk="0"/>
            <a:r>
              <a:rPr sz="900" b="0" err="1">
                <a:solidFill>
                  <a:srgbClr val="23303E"/>
                </a:solidFill>
                <a:latin typeface="Noto Sans KR" panose="020B0200000000000000" pitchFamily="50" charset="-127"/>
              </a:rPr>
              <a:t>도서</a:t>
            </a:r>
            <a:r>
              <a:rPr sz="900" b="0">
                <a:solidFill>
                  <a:srgbClr val="23303E"/>
                </a:solidFill>
                <a:latin typeface="Noto Sans KR" panose="020B0200000000000000" pitchFamily="50" charset="-127"/>
              </a:rPr>
              <a:t> · </a:t>
            </a:r>
            <a:r>
              <a:rPr sz="900" b="0" err="1">
                <a:solidFill>
                  <a:srgbClr val="23303E"/>
                </a:solidFill>
                <a:latin typeface="Noto Sans KR" panose="020B0200000000000000" pitchFamily="50" charset="-127"/>
              </a:rPr>
              <a:t>공연</a:t>
            </a:r>
            <a:r>
              <a:rPr sz="900" b="0">
                <a:solidFill>
                  <a:srgbClr val="23303E"/>
                </a:solidFill>
                <a:latin typeface="Noto Sans KR" panose="020B0200000000000000" pitchFamily="50" charset="-127"/>
              </a:rPr>
              <a:t> </a:t>
            </a:r>
            <a:r>
              <a:rPr sz="900" b="0" err="1">
                <a:solidFill>
                  <a:srgbClr val="23303E"/>
                </a:solidFill>
                <a:latin typeface="Noto Sans KR" panose="020B0200000000000000" pitchFamily="50" charset="-127"/>
              </a:rPr>
              <a:t>조회</a:t>
            </a:r>
            <a:endParaRPr sz="900" b="0">
              <a:solidFill>
                <a:srgbClr val="23303E"/>
              </a:solidFill>
              <a:latin typeface="Noto Sans KR" panose="020B0200000000000000" pitchFamily="50" charset="-127"/>
            </a:endParaRPr>
          </a:p>
        </p:txBody>
      </p:sp>
      <p:sp>
        <p:nvSpPr>
          <p:cNvPr id="63" name="Rounded Rectangle 149">
            <a:extLst>
              <a:ext uri="{FF2B5EF4-FFF2-40B4-BE49-F238E27FC236}">
                <a16:creationId xmlns:a16="http://schemas.microsoft.com/office/drawing/2014/main" xmlns="" id="{7C7F534B-0F46-4D8D-B81C-66742D165C38}"/>
              </a:ext>
            </a:extLst>
          </p:cNvPr>
          <p:cNvSpPr/>
          <p:nvPr/>
        </p:nvSpPr>
        <p:spPr>
          <a:xfrm>
            <a:off x="5436108" y="2492896"/>
            <a:ext cx="1417320" cy="640080"/>
          </a:xfrm>
          <a:prstGeom prst="roundRect">
            <a:avLst/>
          </a:prstGeom>
          <a:solidFill>
            <a:srgbClr val="FFF9E8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>
              <a:latin typeface="Noto Sans KR" panose="020B0200000000000000" pitchFamily="50" charset="-12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xmlns="" id="{6571B5C1-BC08-4126-BD07-AC42DBB6BE5E}"/>
              </a:ext>
            </a:extLst>
          </p:cNvPr>
          <p:cNvSpPr txBox="1"/>
          <p:nvPr/>
        </p:nvSpPr>
        <p:spPr>
          <a:xfrm>
            <a:off x="5545836" y="2602624"/>
            <a:ext cx="1197864" cy="20621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 latinLnBrk="0"/>
            <a:r>
              <a:rPr sz="1100" b="1" err="1">
                <a:solidFill>
                  <a:srgbClr val="D28B14"/>
                </a:solidFill>
                <a:latin typeface="Noto Sans KR" panose="020B0200000000000000" pitchFamily="50" charset="-127"/>
              </a:rPr>
              <a:t>상품</a:t>
            </a:r>
            <a:r>
              <a:rPr sz="1100" b="1">
                <a:solidFill>
                  <a:srgbClr val="D28B14"/>
                </a:solidFill>
                <a:latin typeface="Noto Sans KR" panose="020B0200000000000000" pitchFamily="50" charset="-127"/>
              </a:rPr>
              <a:t> </a:t>
            </a:r>
            <a:r>
              <a:rPr sz="1100" b="1" err="1">
                <a:solidFill>
                  <a:srgbClr val="D28B14"/>
                </a:solidFill>
                <a:latin typeface="Noto Sans KR" panose="020B0200000000000000" pitchFamily="50" charset="-127"/>
              </a:rPr>
              <a:t>선택</a:t>
            </a:r>
            <a:endParaRPr sz="1100" b="1">
              <a:solidFill>
                <a:srgbClr val="D28B14"/>
              </a:solidFill>
              <a:latin typeface="Noto Sans KR" panose="020B0200000000000000" pitchFamily="50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xmlns="" id="{51B3DD75-3C19-41B5-9335-AC4DF04EA5C3}"/>
              </a:ext>
            </a:extLst>
          </p:cNvPr>
          <p:cNvSpPr txBox="1"/>
          <p:nvPr/>
        </p:nvSpPr>
        <p:spPr>
          <a:xfrm>
            <a:off x="5545836" y="2886088"/>
            <a:ext cx="1197864" cy="175433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 latinLnBrk="0"/>
            <a:r>
              <a:rPr sz="900" b="0" err="1">
                <a:solidFill>
                  <a:srgbClr val="23303E"/>
                </a:solidFill>
                <a:latin typeface="Noto Sans KR" panose="020B0200000000000000" pitchFamily="50" charset="-127"/>
              </a:rPr>
              <a:t>도서</a:t>
            </a:r>
            <a:r>
              <a:rPr sz="900" b="0">
                <a:solidFill>
                  <a:srgbClr val="23303E"/>
                </a:solidFill>
                <a:latin typeface="Noto Sans KR" panose="020B0200000000000000" pitchFamily="50" charset="-127"/>
              </a:rPr>
              <a:t> </a:t>
            </a:r>
            <a:r>
              <a:rPr sz="900" b="0" err="1">
                <a:solidFill>
                  <a:srgbClr val="23303E"/>
                </a:solidFill>
                <a:latin typeface="Noto Sans KR" panose="020B0200000000000000" pitchFamily="50" charset="-127"/>
              </a:rPr>
              <a:t>또는</a:t>
            </a:r>
            <a:r>
              <a:rPr sz="900" b="0">
                <a:solidFill>
                  <a:srgbClr val="23303E"/>
                </a:solidFill>
                <a:latin typeface="Noto Sans KR" panose="020B0200000000000000" pitchFamily="50" charset="-127"/>
              </a:rPr>
              <a:t> </a:t>
            </a:r>
            <a:r>
              <a:rPr sz="900" b="0" err="1">
                <a:solidFill>
                  <a:srgbClr val="23303E"/>
                </a:solidFill>
                <a:latin typeface="Noto Sans KR" panose="020B0200000000000000" pitchFamily="50" charset="-127"/>
              </a:rPr>
              <a:t>공연</a:t>
            </a:r>
            <a:r>
              <a:rPr sz="900" b="0">
                <a:solidFill>
                  <a:srgbClr val="23303E"/>
                </a:solidFill>
                <a:latin typeface="Noto Sans KR" panose="020B0200000000000000" pitchFamily="50" charset="-127"/>
              </a:rPr>
              <a:t> </a:t>
            </a:r>
            <a:r>
              <a:rPr sz="900" b="0" err="1">
                <a:solidFill>
                  <a:srgbClr val="23303E"/>
                </a:solidFill>
                <a:latin typeface="Noto Sans KR" panose="020B0200000000000000" pitchFamily="50" charset="-127"/>
              </a:rPr>
              <a:t>선택</a:t>
            </a:r>
            <a:endParaRPr sz="900" b="0">
              <a:solidFill>
                <a:srgbClr val="23303E"/>
              </a:solidFill>
              <a:latin typeface="Noto Sans KR" panose="020B0200000000000000" pitchFamily="50" charset="-127"/>
            </a:endParaRPr>
          </a:p>
        </p:txBody>
      </p:sp>
      <p:sp>
        <p:nvSpPr>
          <p:cNvPr id="66" name="Rounded Rectangle 152">
            <a:extLst>
              <a:ext uri="{FF2B5EF4-FFF2-40B4-BE49-F238E27FC236}">
                <a16:creationId xmlns:a16="http://schemas.microsoft.com/office/drawing/2014/main" xmlns="" id="{FADCACC2-E486-4C5A-AED7-3DD6FBB1D6A6}"/>
              </a:ext>
            </a:extLst>
          </p:cNvPr>
          <p:cNvSpPr/>
          <p:nvPr/>
        </p:nvSpPr>
        <p:spPr>
          <a:xfrm>
            <a:off x="7559000" y="2497259"/>
            <a:ext cx="1417320" cy="640080"/>
          </a:xfrm>
          <a:prstGeom prst="roundRect">
            <a:avLst/>
          </a:prstGeom>
          <a:solidFill>
            <a:srgbClr val="FFF9E8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>
              <a:latin typeface="Noto Sans KR" panose="020B0200000000000000" pitchFamily="50" charset="-127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xmlns="" id="{38810CEA-EECC-4CCA-BB20-12966FA6F270}"/>
              </a:ext>
            </a:extLst>
          </p:cNvPr>
          <p:cNvSpPr txBox="1"/>
          <p:nvPr/>
        </p:nvSpPr>
        <p:spPr>
          <a:xfrm>
            <a:off x="7668728" y="2606987"/>
            <a:ext cx="1197864" cy="20621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 latinLnBrk="0"/>
            <a:r>
              <a:rPr sz="1100" b="1" err="1">
                <a:solidFill>
                  <a:srgbClr val="D28B14"/>
                </a:solidFill>
                <a:latin typeface="Noto Sans KR" panose="020B0200000000000000" pitchFamily="50" charset="-127"/>
              </a:rPr>
              <a:t>결제</a:t>
            </a:r>
            <a:endParaRPr sz="1100" b="1">
              <a:solidFill>
                <a:srgbClr val="D28B14"/>
              </a:solidFill>
              <a:latin typeface="Noto Sans KR" panose="020B0200000000000000" pitchFamily="50" charset="-127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xmlns="" id="{D0EF3891-7C88-4C9F-8D58-0B823124178D}"/>
              </a:ext>
            </a:extLst>
          </p:cNvPr>
          <p:cNvSpPr txBox="1"/>
          <p:nvPr/>
        </p:nvSpPr>
        <p:spPr>
          <a:xfrm>
            <a:off x="7668728" y="2890451"/>
            <a:ext cx="1197864" cy="175433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 latinLnBrk="0"/>
            <a:r>
              <a:rPr sz="900" b="0">
                <a:solidFill>
                  <a:srgbClr val="23303E"/>
                </a:solidFill>
                <a:latin typeface="Noto Sans KR" panose="020B0200000000000000" pitchFamily="50" charset="-127"/>
              </a:rPr>
              <a:t>Toss Payments </a:t>
            </a:r>
            <a:r>
              <a:rPr sz="900" b="0" err="1">
                <a:solidFill>
                  <a:srgbClr val="23303E"/>
                </a:solidFill>
                <a:latin typeface="Noto Sans KR" panose="020B0200000000000000" pitchFamily="50" charset="-127"/>
              </a:rPr>
              <a:t>연동</a:t>
            </a:r>
            <a:endParaRPr sz="900" b="0">
              <a:solidFill>
                <a:srgbClr val="23303E"/>
              </a:solidFill>
              <a:latin typeface="Noto Sans KR" panose="020B0200000000000000" pitchFamily="50" charset="-127"/>
            </a:endParaRPr>
          </a:p>
        </p:txBody>
      </p:sp>
      <p:sp>
        <p:nvSpPr>
          <p:cNvPr id="69" name="Rounded Rectangle 155">
            <a:extLst>
              <a:ext uri="{FF2B5EF4-FFF2-40B4-BE49-F238E27FC236}">
                <a16:creationId xmlns:a16="http://schemas.microsoft.com/office/drawing/2014/main" xmlns="" id="{019F791D-AD0A-4711-83FA-BE6B863F52A0}"/>
              </a:ext>
            </a:extLst>
          </p:cNvPr>
          <p:cNvSpPr/>
          <p:nvPr/>
        </p:nvSpPr>
        <p:spPr>
          <a:xfrm>
            <a:off x="9588388" y="2497259"/>
            <a:ext cx="1548760" cy="640080"/>
          </a:xfrm>
          <a:prstGeom prst="roundRect">
            <a:avLst/>
          </a:prstGeom>
          <a:solidFill>
            <a:srgbClr val="EFF6FD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>
              <a:latin typeface="Noto Sans KR" panose="020B0200000000000000" pitchFamily="50" charset="-12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xmlns="" id="{68C9D192-7449-45C4-AB8D-5B69D969A940}"/>
              </a:ext>
            </a:extLst>
          </p:cNvPr>
          <p:cNvSpPr txBox="1"/>
          <p:nvPr/>
        </p:nvSpPr>
        <p:spPr>
          <a:xfrm>
            <a:off x="9878136" y="2606987"/>
            <a:ext cx="969264" cy="20621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 latinLnBrk="0"/>
            <a:r>
              <a:rPr sz="1100" b="1" err="1">
                <a:solidFill>
                  <a:srgbClr val="2D77C2"/>
                </a:solidFill>
                <a:latin typeface="Noto Sans KR" panose="020B0200000000000000" pitchFamily="50" charset="-127"/>
              </a:rPr>
              <a:t>내역</a:t>
            </a:r>
            <a:r>
              <a:rPr sz="1100" b="1">
                <a:solidFill>
                  <a:srgbClr val="2D77C2"/>
                </a:solidFill>
                <a:latin typeface="Noto Sans KR" panose="020B0200000000000000" pitchFamily="50" charset="-127"/>
              </a:rPr>
              <a:t> </a:t>
            </a:r>
            <a:r>
              <a:rPr sz="1100" b="1" err="1">
                <a:solidFill>
                  <a:srgbClr val="2D77C2"/>
                </a:solidFill>
                <a:latin typeface="Noto Sans KR" panose="020B0200000000000000" pitchFamily="50" charset="-127"/>
              </a:rPr>
              <a:t>확인</a:t>
            </a:r>
            <a:endParaRPr sz="1100" b="1">
              <a:solidFill>
                <a:srgbClr val="2D77C2"/>
              </a:solidFill>
              <a:latin typeface="Noto Sans KR" panose="020B0200000000000000" pitchFamily="50" charset="-127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xmlns="" id="{6532CB14-F3AE-45B3-9FE0-0B55CC84E40D}"/>
              </a:ext>
            </a:extLst>
          </p:cNvPr>
          <p:cNvSpPr txBox="1"/>
          <p:nvPr/>
        </p:nvSpPr>
        <p:spPr>
          <a:xfrm>
            <a:off x="9878136" y="2890451"/>
            <a:ext cx="969264" cy="175433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 latinLnBrk="0"/>
            <a:r>
              <a:rPr sz="900" b="0" err="1">
                <a:solidFill>
                  <a:srgbClr val="23303E"/>
                </a:solidFill>
                <a:latin typeface="Noto Sans KR" panose="020B0200000000000000" pitchFamily="50" charset="-127"/>
              </a:rPr>
              <a:t>구매</a:t>
            </a:r>
            <a:r>
              <a:rPr sz="900" b="0">
                <a:solidFill>
                  <a:srgbClr val="23303E"/>
                </a:solidFill>
                <a:latin typeface="Noto Sans KR" panose="020B0200000000000000" pitchFamily="50" charset="-127"/>
              </a:rPr>
              <a:t> · </a:t>
            </a:r>
            <a:r>
              <a:rPr sz="900" b="0" err="1">
                <a:solidFill>
                  <a:srgbClr val="23303E"/>
                </a:solidFill>
                <a:latin typeface="Noto Sans KR" panose="020B0200000000000000" pitchFamily="50" charset="-127"/>
              </a:rPr>
              <a:t>예매내역</a:t>
            </a:r>
            <a:endParaRPr sz="900" b="0">
              <a:solidFill>
                <a:srgbClr val="23303E"/>
              </a:solidFill>
              <a:latin typeface="Noto Sans KR" panose="020B0200000000000000" pitchFamily="50" charset="-127"/>
            </a:endParaRPr>
          </a:p>
        </p:txBody>
      </p:sp>
      <p:sp>
        <p:nvSpPr>
          <p:cNvPr id="72" name="Rounded Rectangle 158">
            <a:extLst>
              <a:ext uri="{FF2B5EF4-FFF2-40B4-BE49-F238E27FC236}">
                <a16:creationId xmlns:a16="http://schemas.microsoft.com/office/drawing/2014/main" xmlns="" id="{F9DBD9AB-7990-4306-9B11-5DD35EB279E8}"/>
              </a:ext>
            </a:extLst>
          </p:cNvPr>
          <p:cNvSpPr/>
          <p:nvPr/>
        </p:nvSpPr>
        <p:spPr>
          <a:xfrm>
            <a:off x="2891644" y="3809169"/>
            <a:ext cx="786384" cy="301752"/>
          </a:xfrm>
          <a:prstGeom prst="roundRect">
            <a:avLst/>
          </a:prstGeom>
          <a:solidFill>
            <a:srgbClr val="2D7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sz="850" b="1" err="1">
                <a:solidFill>
                  <a:srgbClr val="FFFFFF"/>
                </a:solidFill>
                <a:latin typeface="Noto Sans KR" panose="020B0200000000000000" pitchFamily="50" charset="-127"/>
              </a:rPr>
              <a:t>도서</a:t>
            </a:r>
            <a:endParaRPr sz="850" b="1">
              <a:solidFill>
                <a:srgbClr val="FFFFFF"/>
              </a:solidFill>
              <a:latin typeface="Noto Sans KR" panose="020B0200000000000000" pitchFamily="50" charset="-127"/>
            </a:endParaRPr>
          </a:p>
        </p:txBody>
      </p:sp>
      <p:sp>
        <p:nvSpPr>
          <p:cNvPr id="73" name="Rounded Rectangle 159">
            <a:extLst>
              <a:ext uri="{FF2B5EF4-FFF2-40B4-BE49-F238E27FC236}">
                <a16:creationId xmlns:a16="http://schemas.microsoft.com/office/drawing/2014/main" xmlns="" id="{C720FE5A-043E-445C-A745-527010F21324}"/>
              </a:ext>
            </a:extLst>
          </p:cNvPr>
          <p:cNvSpPr/>
          <p:nvPr/>
        </p:nvSpPr>
        <p:spPr>
          <a:xfrm>
            <a:off x="4016356" y="3626877"/>
            <a:ext cx="1417320" cy="658368"/>
          </a:xfrm>
          <a:prstGeom prst="roundRect">
            <a:avLst/>
          </a:prstGeom>
          <a:solidFill>
            <a:srgbClr val="EFF6FD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>
              <a:latin typeface="Noto Sans KR" panose="020B0200000000000000" pitchFamily="50" charset="-127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xmlns="" id="{039B9EC8-0C25-4960-AE84-B3DB0836CFA5}"/>
              </a:ext>
            </a:extLst>
          </p:cNvPr>
          <p:cNvSpPr txBox="1"/>
          <p:nvPr/>
        </p:nvSpPr>
        <p:spPr>
          <a:xfrm>
            <a:off x="4126084" y="3736605"/>
            <a:ext cx="1197864" cy="20621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 latinLnBrk="0"/>
            <a:r>
              <a:rPr sz="1100" b="1" err="1">
                <a:solidFill>
                  <a:srgbClr val="2D77C2"/>
                </a:solidFill>
                <a:latin typeface="Noto Sans KR" panose="020B0200000000000000" pitchFamily="50" charset="-127"/>
              </a:rPr>
              <a:t>도서</a:t>
            </a:r>
            <a:r>
              <a:rPr sz="1100" b="1">
                <a:solidFill>
                  <a:srgbClr val="2D77C2"/>
                </a:solidFill>
                <a:latin typeface="Noto Sans KR" panose="020B0200000000000000" pitchFamily="50" charset="-127"/>
              </a:rPr>
              <a:t> </a:t>
            </a:r>
            <a:r>
              <a:rPr sz="1100" b="1" err="1">
                <a:solidFill>
                  <a:srgbClr val="2D77C2"/>
                </a:solidFill>
                <a:latin typeface="Noto Sans KR" panose="020B0200000000000000" pitchFamily="50" charset="-127"/>
              </a:rPr>
              <a:t>선택</a:t>
            </a:r>
            <a:endParaRPr sz="1100" b="1">
              <a:solidFill>
                <a:srgbClr val="2D77C2"/>
              </a:solidFill>
              <a:latin typeface="Noto Sans KR" panose="020B0200000000000000" pitchFamily="50" charset="-127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xmlns="" id="{A6B3C987-31C0-4770-9FD7-C76398D12226}"/>
              </a:ext>
            </a:extLst>
          </p:cNvPr>
          <p:cNvSpPr txBox="1"/>
          <p:nvPr/>
        </p:nvSpPr>
        <p:spPr>
          <a:xfrm>
            <a:off x="4126084" y="4020068"/>
            <a:ext cx="1197864" cy="175433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 latinLnBrk="0"/>
            <a:r>
              <a:rPr sz="900" b="0" err="1">
                <a:solidFill>
                  <a:srgbClr val="23303E"/>
                </a:solidFill>
                <a:latin typeface="Noto Sans KR" panose="020B0200000000000000" pitchFamily="50" charset="-127"/>
              </a:rPr>
              <a:t>상세</a:t>
            </a:r>
            <a:r>
              <a:rPr sz="900" b="0">
                <a:solidFill>
                  <a:srgbClr val="23303E"/>
                </a:solidFill>
                <a:latin typeface="Noto Sans KR" panose="020B0200000000000000" pitchFamily="50" charset="-127"/>
              </a:rPr>
              <a:t> </a:t>
            </a:r>
            <a:r>
              <a:rPr sz="900" b="0" err="1">
                <a:solidFill>
                  <a:srgbClr val="23303E"/>
                </a:solidFill>
                <a:latin typeface="Noto Sans KR" panose="020B0200000000000000" pitchFamily="50" charset="-127"/>
              </a:rPr>
              <a:t>정보</a:t>
            </a:r>
            <a:r>
              <a:rPr sz="900" b="0">
                <a:solidFill>
                  <a:srgbClr val="23303E"/>
                </a:solidFill>
                <a:latin typeface="Noto Sans KR" panose="020B0200000000000000" pitchFamily="50" charset="-127"/>
              </a:rPr>
              <a:t> </a:t>
            </a:r>
            <a:r>
              <a:rPr sz="900" b="0" err="1">
                <a:solidFill>
                  <a:srgbClr val="23303E"/>
                </a:solidFill>
                <a:latin typeface="Noto Sans KR" panose="020B0200000000000000" pitchFamily="50" charset="-127"/>
              </a:rPr>
              <a:t>확인</a:t>
            </a:r>
            <a:endParaRPr sz="900" b="0">
              <a:solidFill>
                <a:srgbClr val="23303E"/>
              </a:solidFill>
              <a:latin typeface="Noto Sans KR" panose="020B0200000000000000" pitchFamily="50" charset="-127"/>
            </a:endParaRPr>
          </a:p>
        </p:txBody>
      </p:sp>
      <p:sp>
        <p:nvSpPr>
          <p:cNvPr id="76" name="Rounded Rectangle 162">
            <a:extLst>
              <a:ext uri="{FF2B5EF4-FFF2-40B4-BE49-F238E27FC236}">
                <a16:creationId xmlns:a16="http://schemas.microsoft.com/office/drawing/2014/main" xmlns="" id="{6FE63C7B-5C19-40BD-B92D-6688A7E3F17F}"/>
              </a:ext>
            </a:extLst>
          </p:cNvPr>
          <p:cNvSpPr/>
          <p:nvPr/>
        </p:nvSpPr>
        <p:spPr>
          <a:xfrm>
            <a:off x="6011377" y="3626877"/>
            <a:ext cx="1417320" cy="658368"/>
          </a:xfrm>
          <a:prstGeom prst="roundRect">
            <a:avLst/>
          </a:prstGeom>
          <a:solidFill>
            <a:srgbClr val="EFF6FD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>
              <a:latin typeface="Noto Sans KR" panose="020B0200000000000000" pitchFamily="50" charset="-127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xmlns="" id="{599E9DD8-D78F-42E5-BBB2-18282BD9F751}"/>
              </a:ext>
            </a:extLst>
          </p:cNvPr>
          <p:cNvSpPr txBox="1"/>
          <p:nvPr/>
        </p:nvSpPr>
        <p:spPr>
          <a:xfrm>
            <a:off x="6121105" y="3736605"/>
            <a:ext cx="1197864" cy="20621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 latinLnBrk="0"/>
            <a:r>
              <a:rPr sz="1100" b="1" err="1">
                <a:solidFill>
                  <a:srgbClr val="2D77C2"/>
                </a:solidFill>
                <a:latin typeface="Noto Sans KR" panose="020B0200000000000000" pitchFamily="50" charset="-127"/>
              </a:rPr>
              <a:t>장바구니</a:t>
            </a:r>
            <a:endParaRPr sz="1100" b="1">
              <a:solidFill>
                <a:srgbClr val="2D77C2"/>
              </a:solidFill>
              <a:latin typeface="Noto Sans KR" panose="020B0200000000000000" pitchFamily="50" charset="-127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xmlns="" id="{680AA79C-82DB-4074-A6D5-9EF0F0117233}"/>
              </a:ext>
            </a:extLst>
          </p:cNvPr>
          <p:cNvSpPr txBox="1"/>
          <p:nvPr/>
        </p:nvSpPr>
        <p:spPr>
          <a:xfrm>
            <a:off x="6121105" y="4020068"/>
            <a:ext cx="1197864" cy="175433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 latinLnBrk="0"/>
            <a:r>
              <a:rPr sz="900" b="0" err="1">
                <a:solidFill>
                  <a:srgbClr val="23303E"/>
                </a:solidFill>
                <a:latin typeface="Noto Sans KR" panose="020B0200000000000000" pitchFamily="50" charset="-127"/>
              </a:rPr>
              <a:t>수량</a:t>
            </a:r>
            <a:r>
              <a:rPr sz="900" b="0">
                <a:solidFill>
                  <a:srgbClr val="23303E"/>
                </a:solidFill>
                <a:latin typeface="Noto Sans KR" panose="020B0200000000000000" pitchFamily="50" charset="-127"/>
              </a:rPr>
              <a:t> </a:t>
            </a:r>
            <a:r>
              <a:rPr sz="900" b="0" err="1">
                <a:solidFill>
                  <a:srgbClr val="23303E"/>
                </a:solidFill>
                <a:latin typeface="Noto Sans KR" panose="020B0200000000000000" pitchFamily="50" charset="-127"/>
              </a:rPr>
              <a:t>변경</a:t>
            </a:r>
            <a:r>
              <a:rPr sz="900" b="0">
                <a:solidFill>
                  <a:srgbClr val="23303E"/>
                </a:solidFill>
                <a:latin typeface="Noto Sans KR" panose="020B0200000000000000" pitchFamily="50" charset="-127"/>
              </a:rPr>
              <a:t> · </a:t>
            </a:r>
            <a:r>
              <a:rPr sz="900" b="0" err="1">
                <a:solidFill>
                  <a:srgbClr val="23303E"/>
                </a:solidFill>
                <a:latin typeface="Noto Sans KR" panose="020B0200000000000000" pitchFamily="50" charset="-127"/>
              </a:rPr>
              <a:t>삭제</a:t>
            </a:r>
            <a:endParaRPr sz="900" b="0">
              <a:solidFill>
                <a:srgbClr val="23303E"/>
              </a:solidFill>
              <a:latin typeface="Noto Sans KR" panose="020B0200000000000000" pitchFamily="50" charset="-127"/>
            </a:endParaRPr>
          </a:p>
        </p:txBody>
      </p:sp>
      <p:sp>
        <p:nvSpPr>
          <p:cNvPr id="82" name="Rounded Rectangle 165">
            <a:extLst>
              <a:ext uri="{FF2B5EF4-FFF2-40B4-BE49-F238E27FC236}">
                <a16:creationId xmlns:a16="http://schemas.microsoft.com/office/drawing/2014/main" xmlns="" id="{810A1CC1-233C-4045-98D4-024D68C83309}"/>
              </a:ext>
            </a:extLst>
          </p:cNvPr>
          <p:cNvSpPr/>
          <p:nvPr/>
        </p:nvSpPr>
        <p:spPr>
          <a:xfrm>
            <a:off x="8135064" y="3626877"/>
            <a:ext cx="1417320" cy="658368"/>
          </a:xfrm>
          <a:prstGeom prst="roundRect">
            <a:avLst/>
          </a:prstGeom>
          <a:solidFill>
            <a:srgbClr val="EFF6FD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>
              <a:latin typeface="Noto Sans KR" panose="020B0200000000000000" pitchFamily="50" charset="-127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xmlns="" id="{9AAD46EA-BCBE-4909-BD2A-85CD9DBD78F7}"/>
              </a:ext>
            </a:extLst>
          </p:cNvPr>
          <p:cNvSpPr txBox="1"/>
          <p:nvPr/>
        </p:nvSpPr>
        <p:spPr>
          <a:xfrm>
            <a:off x="8244792" y="3736605"/>
            <a:ext cx="1197864" cy="20621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 latinLnBrk="0"/>
            <a:r>
              <a:rPr sz="1100" b="1" err="1">
                <a:solidFill>
                  <a:srgbClr val="2D77C2"/>
                </a:solidFill>
                <a:latin typeface="Noto Sans KR" panose="020B0200000000000000" pitchFamily="50" charset="-127"/>
              </a:rPr>
              <a:t>주문</a:t>
            </a:r>
            <a:r>
              <a:rPr sz="1100" b="1">
                <a:solidFill>
                  <a:srgbClr val="2D77C2"/>
                </a:solidFill>
                <a:latin typeface="Noto Sans KR" panose="020B0200000000000000" pitchFamily="50" charset="-127"/>
              </a:rPr>
              <a:t> </a:t>
            </a:r>
            <a:r>
              <a:rPr sz="1100" b="1" err="1">
                <a:solidFill>
                  <a:srgbClr val="2D77C2"/>
                </a:solidFill>
                <a:latin typeface="Noto Sans KR" panose="020B0200000000000000" pitchFamily="50" charset="-127"/>
              </a:rPr>
              <a:t>생성</a:t>
            </a:r>
            <a:endParaRPr sz="1100" b="1">
              <a:solidFill>
                <a:srgbClr val="2D77C2"/>
              </a:solidFill>
              <a:latin typeface="Noto Sans KR" panose="020B0200000000000000" pitchFamily="50" charset="-127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xmlns="" id="{762E3349-A3CB-4D56-8856-FD7CC11802B9}"/>
              </a:ext>
            </a:extLst>
          </p:cNvPr>
          <p:cNvSpPr txBox="1"/>
          <p:nvPr/>
        </p:nvSpPr>
        <p:spPr>
          <a:xfrm>
            <a:off x="8244792" y="4020068"/>
            <a:ext cx="1197864" cy="175433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 latinLnBrk="0"/>
            <a:r>
              <a:rPr sz="900" b="0" err="1">
                <a:solidFill>
                  <a:srgbClr val="23303E"/>
                </a:solidFill>
                <a:latin typeface="Noto Sans KR" panose="020B0200000000000000" pitchFamily="50" charset="-127"/>
              </a:rPr>
              <a:t>재고</a:t>
            </a:r>
            <a:r>
              <a:rPr sz="900" b="0">
                <a:solidFill>
                  <a:srgbClr val="23303E"/>
                </a:solidFill>
                <a:latin typeface="Noto Sans KR" panose="020B0200000000000000" pitchFamily="50" charset="-127"/>
              </a:rPr>
              <a:t> </a:t>
            </a:r>
            <a:r>
              <a:rPr sz="900" b="0" err="1">
                <a:solidFill>
                  <a:srgbClr val="23303E"/>
                </a:solidFill>
                <a:latin typeface="Noto Sans KR" panose="020B0200000000000000" pitchFamily="50" charset="-127"/>
              </a:rPr>
              <a:t>차감</a:t>
            </a:r>
            <a:r>
              <a:rPr sz="900" b="0">
                <a:solidFill>
                  <a:srgbClr val="23303E"/>
                </a:solidFill>
                <a:latin typeface="Noto Sans KR" panose="020B0200000000000000" pitchFamily="50" charset="-127"/>
              </a:rPr>
              <a:t> · </a:t>
            </a:r>
            <a:r>
              <a:rPr sz="900" b="0" err="1">
                <a:solidFill>
                  <a:srgbClr val="23303E"/>
                </a:solidFill>
                <a:latin typeface="Noto Sans KR" panose="020B0200000000000000" pitchFamily="50" charset="-127"/>
              </a:rPr>
              <a:t>결제</a:t>
            </a:r>
            <a:r>
              <a:rPr sz="900" b="0">
                <a:solidFill>
                  <a:srgbClr val="23303E"/>
                </a:solidFill>
                <a:latin typeface="Noto Sans KR" panose="020B0200000000000000" pitchFamily="50" charset="-127"/>
              </a:rPr>
              <a:t> </a:t>
            </a:r>
            <a:r>
              <a:rPr sz="900" b="0" err="1">
                <a:solidFill>
                  <a:srgbClr val="23303E"/>
                </a:solidFill>
                <a:latin typeface="Noto Sans KR" panose="020B0200000000000000" pitchFamily="50" charset="-127"/>
              </a:rPr>
              <a:t>대기</a:t>
            </a:r>
            <a:endParaRPr sz="900" b="0">
              <a:solidFill>
                <a:srgbClr val="23303E"/>
              </a:solidFill>
              <a:latin typeface="Noto Sans KR" panose="020B0200000000000000" pitchFamily="50" charset="-127"/>
            </a:endParaRPr>
          </a:p>
        </p:txBody>
      </p:sp>
      <p:sp>
        <p:nvSpPr>
          <p:cNvPr id="85" name="Rounded Rectangle 168">
            <a:extLst>
              <a:ext uri="{FF2B5EF4-FFF2-40B4-BE49-F238E27FC236}">
                <a16:creationId xmlns:a16="http://schemas.microsoft.com/office/drawing/2014/main" xmlns="" id="{3803E13C-BD99-4C71-BCC8-CC9371558654}"/>
              </a:ext>
            </a:extLst>
          </p:cNvPr>
          <p:cNvSpPr/>
          <p:nvPr/>
        </p:nvSpPr>
        <p:spPr>
          <a:xfrm>
            <a:off x="2891644" y="4705281"/>
            <a:ext cx="786384" cy="301752"/>
          </a:xfrm>
          <a:prstGeom prst="roundRect">
            <a:avLst/>
          </a:prstGeom>
          <a:solidFill>
            <a:srgbClr val="D28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sz="850" b="1" err="1">
                <a:solidFill>
                  <a:srgbClr val="FFFFFF"/>
                </a:solidFill>
                <a:latin typeface="Noto Sans KR" panose="020B0200000000000000" pitchFamily="50" charset="-127"/>
              </a:rPr>
              <a:t>공연</a:t>
            </a:r>
            <a:endParaRPr sz="850" b="1">
              <a:solidFill>
                <a:srgbClr val="FFFFFF"/>
              </a:solidFill>
              <a:latin typeface="Noto Sans KR" panose="020B0200000000000000" pitchFamily="50" charset="-127"/>
            </a:endParaRPr>
          </a:p>
        </p:txBody>
      </p:sp>
      <p:sp>
        <p:nvSpPr>
          <p:cNvPr id="86" name="Rounded Rectangle 169">
            <a:extLst>
              <a:ext uri="{FF2B5EF4-FFF2-40B4-BE49-F238E27FC236}">
                <a16:creationId xmlns:a16="http://schemas.microsoft.com/office/drawing/2014/main" xmlns="" id="{90155080-650A-4C58-9674-C51B075552B1}"/>
              </a:ext>
            </a:extLst>
          </p:cNvPr>
          <p:cNvSpPr/>
          <p:nvPr/>
        </p:nvSpPr>
        <p:spPr>
          <a:xfrm>
            <a:off x="4016356" y="4522989"/>
            <a:ext cx="1417320" cy="658368"/>
          </a:xfrm>
          <a:prstGeom prst="roundRect">
            <a:avLst/>
          </a:prstGeom>
          <a:solidFill>
            <a:srgbClr val="FFF9E8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>
              <a:latin typeface="Noto Sans KR" panose="020B0200000000000000" pitchFamily="50" charset="-127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xmlns="" id="{C1C913A8-456B-4897-8524-464AA7E07DD7}"/>
              </a:ext>
            </a:extLst>
          </p:cNvPr>
          <p:cNvSpPr txBox="1"/>
          <p:nvPr/>
        </p:nvSpPr>
        <p:spPr>
          <a:xfrm>
            <a:off x="4126084" y="4632717"/>
            <a:ext cx="1197864" cy="20621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 latinLnBrk="0"/>
            <a:r>
              <a:rPr sz="1100" b="1" err="1">
                <a:solidFill>
                  <a:srgbClr val="D28B14"/>
                </a:solidFill>
                <a:latin typeface="Noto Sans KR" panose="020B0200000000000000" pitchFamily="50" charset="-127"/>
              </a:rPr>
              <a:t>공연</a:t>
            </a:r>
            <a:r>
              <a:rPr sz="1100" b="1">
                <a:solidFill>
                  <a:srgbClr val="D28B14"/>
                </a:solidFill>
                <a:latin typeface="Noto Sans KR" panose="020B0200000000000000" pitchFamily="50" charset="-127"/>
              </a:rPr>
              <a:t> </a:t>
            </a:r>
            <a:r>
              <a:rPr sz="1100" b="1" err="1">
                <a:solidFill>
                  <a:srgbClr val="D28B14"/>
                </a:solidFill>
                <a:latin typeface="Noto Sans KR" panose="020B0200000000000000" pitchFamily="50" charset="-127"/>
              </a:rPr>
              <a:t>선택</a:t>
            </a:r>
            <a:endParaRPr sz="1100" b="1">
              <a:solidFill>
                <a:srgbClr val="D28B14"/>
              </a:solidFill>
              <a:latin typeface="Noto Sans KR" panose="020B0200000000000000" pitchFamily="50" charset="-127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xmlns="" id="{DEA77DDB-142E-4B94-A1FA-7B48A4FC7B0E}"/>
              </a:ext>
            </a:extLst>
          </p:cNvPr>
          <p:cNvSpPr txBox="1"/>
          <p:nvPr/>
        </p:nvSpPr>
        <p:spPr>
          <a:xfrm>
            <a:off x="4126084" y="4916181"/>
            <a:ext cx="1197864" cy="175433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 latinLnBrk="0"/>
            <a:r>
              <a:rPr sz="900" b="0" err="1">
                <a:solidFill>
                  <a:srgbClr val="23303E"/>
                </a:solidFill>
                <a:latin typeface="Noto Sans KR" panose="020B0200000000000000" pitchFamily="50" charset="-127"/>
              </a:rPr>
              <a:t>회차</a:t>
            </a:r>
            <a:r>
              <a:rPr sz="900" b="0">
                <a:solidFill>
                  <a:srgbClr val="23303E"/>
                </a:solidFill>
                <a:latin typeface="Noto Sans KR" panose="020B0200000000000000" pitchFamily="50" charset="-127"/>
              </a:rPr>
              <a:t> </a:t>
            </a:r>
            <a:r>
              <a:rPr sz="900" b="0" err="1">
                <a:solidFill>
                  <a:srgbClr val="23303E"/>
                </a:solidFill>
                <a:latin typeface="Noto Sans KR" panose="020B0200000000000000" pitchFamily="50" charset="-127"/>
              </a:rPr>
              <a:t>정보</a:t>
            </a:r>
            <a:r>
              <a:rPr sz="900" b="0">
                <a:solidFill>
                  <a:srgbClr val="23303E"/>
                </a:solidFill>
                <a:latin typeface="Noto Sans KR" panose="020B0200000000000000" pitchFamily="50" charset="-127"/>
              </a:rPr>
              <a:t> </a:t>
            </a:r>
            <a:r>
              <a:rPr sz="900" b="0" err="1">
                <a:solidFill>
                  <a:srgbClr val="23303E"/>
                </a:solidFill>
                <a:latin typeface="Noto Sans KR" panose="020B0200000000000000" pitchFamily="50" charset="-127"/>
              </a:rPr>
              <a:t>확인</a:t>
            </a:r>
            <a:endParaRPr sz="900" b="0">
              <a:solidFill>
                <a:srgbClr val="23303E"/>
              </a:solidFill>
              <a:latin typeface="Noto Sans KR" panose="020B0200000000000000" pitchFamily="50" charset="-127"/>
            </a:endParaRPr>
          </a:p>
        </p:txBody>
      </p:sp>
      <p:sp>
        <p:nvSpPr>
          <p:cNvPr id="89" name="Rounded Rectangle 172">
            <a:extLst>
              <a:ext uri="{FF2B5EF4-FFF2-40B4-BE49-F238E27FC236}">
                <a16:creationId xmlns:a16="http://schemas.microsoft.com/office/drawing/2014/main" xmlns="" id="{6B40BB26-C9B4-44F2-8F48-3481A271B332}"/>
              </a:ext>
            </a:extLst>
          </p:cNvPr>
          <p:cNvSpPr/>
          <p:nvPr/>
        </p:nvSpPr>
        <p:spPr>
          <a:xfrm>
            <a:off x="6011377" y="4522989"/>
            <a:ext cx="1417320" cy="658368"/>
          </a:xfrm>
          <a:prstGeom prst="roundRect">
            <a:avLst/>
          </a:prstGeom>
          <a:solidFill>
            <a:srgbClr val="FFF9E8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>
              <a:latin typeface="Noto Sans KR" panose="020B0200000000000000" pitchFamily="50" charset="-127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xmlns="" id="{70583781-EA96-4BB0-9781-30150CFB04D4}"/>
              </a:ext>
            </a:extLst>
          </p:cNvPr>
          <p:cNvSpPr txBox="1"/>
          <p:nvPr/>
        </p:nvSpPr>
        <p:spPr>
          <a:xfrm>
            <a:off x="6121105" y="4632717"/>
            <a:ext cx="1197864" cy="20621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 latinLnBrk="0"/>
            <a:r>
              <a:rPr sz="1100" b="1" err="1">
                <a:solidFill>
                  <a:srgbClr val="D28B14"/>
                </a:solidFill>
                <a:latin typeface="Noto Sans KR" panose="020B0200000000000000" pitchFamily="50" charset="-127"/>
              </a:rPr>
              <a:t>좌석</a:t>
            </a:r>
            <a:r>
              <a:rPr sz="1100" b="1">
                <a:solidFill>
                  <a:srgbClr val="D28B14"/>
                </a:solidFill>
                <a:latin typeface="Noto Sans KR" panose="020B0200000000000000" pitchFamily="50" charset="-127"/>
              </a:rPr>
              <a:t> </a:t>
            </a:r>
            <a:r>
              <a:rPr sz="1100" b="1" err="1">
                <a:solidFill>
                  <a:srgbClr val="D28B14"/>
                </a:solidFill>
                <a:latin typeface="Noto Sans KR" panose="020B0200000000000000" pitchFamily="50" charset="-127"/>
              </a:rPr>
              <a:t>선택</a:t>
            </a:r>
            <a:endParaRPr sz="1100" b="1">
              <a:solidFill>
                <a:srgbClr val="D28B14"/>
              </a:solidFill>
              <a:latin typeface="Noto Sans KR" panose="020B0200000000000000" pitchFamily="50" charset="-127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xmlns="" id="{7DDD14A0-8A68-4934-BDC7-4DC8C89C1F2E}"/>
              </a:ext>
            </a:extLst>
          </p:cNvPr>
          <p:cNvSpPr txBox="1"/>
          <p:nvPr/>
        </p:nvSpPr>
        <p:spPr>
          <a:xfrm>
            <a:off x="6121105" y="4916181"/>
            <a:ext cx="1197864" cy="175433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 latinLnBrk="0"/>
            <a:r>
              <a:rPr sz="900" b="0" err="1">
                <a:solidFill>
                  <a:srgbClr val="23303E"/>
                </a:solidFill>
                <a:latin typeface="Noto Sans KR" panose="020B0200000000000000" pitchFamily="50" charset="-127"/>
              </a:rPr>
              <a:t>좌석</a:t>
            </a:r>
            <a:r>
              <a:rPr sz="900" b="0">
                <a:solidFill>
                  <a:srgbClr val="23303E"/>
                </a:solidFill>
                <a:latin typeface="Noto Sans KR" panose="020B0200000000000000" pitchFamily="50" charset="-127"/>
              </a:rPr>
              <a:t> </a:t>
            </a:r>
            <a:r>
              <a:rPr sz="900" b="0" err="1">
                <a:solidFill>
                  <a:srgbClr val="23303E"/>
                </a:solidFill>
                <a:latin typeface="Noto Sans KR" panose="020B0200000000000000" pitchFamily="50" charset="-127"/>
              </a:rPr>
              <a:t>선택</a:t>
            </a:r>
            <a:r>
              <a:rPr sz="900" b="0">
                <a:solidFill>
                  <a:srgbClr val="23303E"/>
                </a:solidFill>
                <a:latin typeface="Noto Sans KR" panose="020B0200000000000000" pitchFamily="50" charset="-127"/>
              </a:rPr>
              <a:t> · </a:t>
            </a:r>
            <a:r>
              <a:rPr sz="900" b="0" err="1">
                <a:solidFill>
                  <a:srgbClr val="23303E"/>
                </a:solidFill>
                <a:latin typeface="Noto Sans KR" panose="020B0200000000000000" pitchFamily="50" charset="-127"/>
              </a:rPr>
              <a:t>선점</a:t>
            </a:r>
            <a:endParaRPr sz="900" b="0">
              <a:solidFill>
                <a:srgbClr val="23303E"/>
              </a:solidFill>
              <a:latin typeface="Noto Sans KR" panose="020B0200000000000000" pitchFamily="50" charset="-127"/>
            </a:endParaRPr>
          </a:p>
        </p:txBody>
      </p:sp>
      <p:sp>
        <p:nvSpPr>
          <p:cNvPr id="92" name="Rounded Rectangle 175">
            <a:extLst>
              <a:ext uri="{FF2B5EF4-FFF2-40B4-BE49-F238E27FC236}">
                <a16:creationId xmlns:a16="http://schemas.microsoft.com/office/drawing/2014/main" xmlns="" id="{550D6EB3-74A0-46CE-B0D4-31D7D16412E2}"/>
              </a:ext>
            </a:extLst>
          </p:cNvPr>
          <p:cNvSpPr/>
          <p:nvPr/>
        </p:nvSpPr>
        <p:spPr>
          <a:xfrm>
            <a:off x="8135064" y="4522989"/>
            <a:ext cx="1417320" cy="658368"/>
          </a:xfrm>
          <a:prstGeom prst="roundRect">
            <a:avLst/>
          </a:prstGeom>
          <a:solidFill>
            <a:srgbClr val="FFF9E8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>
              <a:latin typeface="Noto Sans KR" panose="020B0200000000000000" pitchFamily="50" charset="-127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xmlns="" id="{87200778-1CDD-4A25-80DD-0AA657ED9CC0}"/>
              </a:ext>
            </a:extLst>
          </p:cNvPr>
          <p:cNvSpPr txBox="1"/>
          <p:nvPr/>
        </p:nvSpPr>
        <p:spPr>
          <a:xfrm>
            <a:off x="8244792" y="4632717"/>
            <a:ext cx="1197864" cy="20621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 latinLnBrk="0"/>
            <a:r>
              <a:rPr sz="1100" b="1" err="1">
                <a:solidFill>
                  <a:srgbClr val="D28B14"/>
                </a:solidFill>
                <a:latin typeface="Noto Sans KR" panose="020B0200000000000000" pitchFamily="50" charset="-127"/>
              </a:rPr>
              <a:t>예매</a:t>
            </a:r>
            <a:r>
              <a:rPr sz="1100" b="1">
                <a:solidFill>
                  <a:srgbClr val="D28B14"/>
                </a:solidFill>
                <a:latin typeface="Noto Sans KR" panose="020B0200000000000000" pitchFamily="50" charset="-127"/>
              </a:rPr>
              <a:t> </a:t>
            </a:r>
            <a:r>
              <a:rPr sz="1100" b="1" err="1">
                <a:solidFill>
                  <a:srgbClr val="D28B14"/>
                </a:solidFill>
                <a:latin typeface="Noto Sans KR" panose="020B0200000000000000" pitchFamily="50" charset="-127"/>
              </a:rPr>
              <a:t>생성</a:t>
            </a:r>
            <a:endParaRPr sz="1100" b="1">
              <a:solidFill>
                <a:srgbClr val="D28B14"/>
              </a:solidFill>
              <a:latin typeface="Noto Sans KR" panose="020B0200000000000000" pitchFamily="50" charset="-127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xmlns="" id="{D1B07E5E-407D-4F30-8D23-87BC96FEE70D}"/>
              </a:ext>
            </a:extLst>
          </p:cNvPr>
          <p:cNvSpPr txBox="1"/>
          <p:nvPr/>
        </p:nvSpPr>
        <p:spPr>
          <a:xfrm>
            <a:off x="8244792" y="4916181"/>
            <a:ext cx="1197864" cy="175433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 latinLnBrk="0"/>
            <a:r>
              <a:rPr sz="900" b="0" err="1">
                <a:solidFill>
                  <a:srgbClr val="23303E"/>
                </a:solidFill>
                <a:latin typeface="Noto Sans KR" panose="020B0200000000000000" pitchFamily="50" charset="-127"/>
              </a:rPr>
              <a:t>결제</a:t>
            </a:r>
            <a:r>
              <a:rPr sz="900" b="0">
                <a:solidFill>
                  <a:srgbClr val="23303E"/>
                </a:solidFill>
                <a:latin typeface="Noto Sans KR" panose="020B0200000000000000" pitchFamily="50" charset="-127"/>
              </a:rPr>
              <a:t> </a:t>
            </a:r>
            <a:r>
              <a:rPr sz="900" b="0" err="1">
                <a:solidFill>
                  <a:srgbClr val="23303E"/>
                </a:solidFill>
                <a:latin typeface="Noto Sans KR" panose="020B0200000000000000" pitchFamily="50" charset="-127"/>
              </a:rPr>
              <a:t>완료</a:t>
            </a:r>
            <a:r>
              <a:rPr sz="900" b="0">
                <a:solidFill>
                  <a:srgbClr val="23303E"/>
                </a:solidFill>
                <a:latin typeface="Noto Sans KR" panose="020B0200000000000000" pitchFamily="50" charset="-127"/>
              </a:rPr>
              <a:t> 후 </a:t>
            </a:r>
            <a:r>
              <a:rPr sz="900" b="0" err="1">
                <a:solidFill>
                  <a:srgbClr val="23303E"/>
                </a:solidFill>
                <a:latin typeface="Noto Sans KR" panose="020B0200000000000000" pitchFamily="50" charset="-127"/>
              </a:rPr>
              <a:t>확정</a:t>
            </a:r>
            <a:endParaRPr sz="900" b="0">
              <a:solidFill>
                <a:srgbClr val="23303E"/>
              </a:solidFill>
              <a:latin typeface="Noto Sans KR" panose="020B0200000000000000" pitchFamily="50" charset="-127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xmlns="" id="{96BB7256-D4C3-4C56-B9B4-842DA34F3D6E}"/>
              </a:ext>
            </a:extLst>
          </p:cNvPr>
          <p:cNvSpPr txBox="1"/>
          <p:nvPr/>
        </p:nvSpPr>
        <p:spPr>
          <a:xfrm>
            <a:off x="1076694" y="332656"/>
            <a:ext cx="690102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defRPr/>
            </a:pPr>
            <a:r>
              <a:rPr lang="ko-KR" altLang="en-US" sz="2800" b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설계</a:t>
            </a:r>
            <a:endParaRPr lang="en-US" altLang="ko-KR" sz="2800" b="1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atinLnBrk="0">
              <a:defRPr/>
            </a:pPr>
            <a:r>
              <a:rPr lang="ko-KR" altLang="en-US" sz="1600" b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사용자 흐름</a:t>
            </a:r>
          </a:p>
        </p:txBody>
      </p:sp>
      <p:sp>
        <p:nvSpPr>
          <p:cNvPr id="96" name="타원 95">
            <a:extLst>
              <a:ext uri="{FF2B5EF4-FFF2-40B4-BE49-F238E27FC236}">
                <a16:creationId xmlns:a16="http://schemas.microsoft.com/office/drawing/2014/main" xmlns="" id="{751DAF74-7143-4D51-A63F-A85F2CEFBAEB}"/>
              </a:ext>
            </a:extLst>
          </p:cNvPr>
          <p:cNvSpPr/>
          <p:nvPr/>
        </p:nvSpPr>
        <p:spPr>
          <a:xfrm>
            <a:off x="293510" y="216809"/>
            <a:ext cx="831202" cy="885964"/>
          </a:xfrm>
          <a:prstGeom prst="ellipse">
            <a:avLst/>
          </a:prstGeom>
          <a:solidFill>
            <a:srgbClr val="337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>
                <a:latin typeface="Noto Sans KR" panose="020B0200000000000000" pitchFamily="50" charset="-127"/>
                <a:ea typeface="Noto Sans KR" panose="020B0200000000000000" pitchFamily="50" charset="-127"/>
              </a:rPr>
              <a:t>02</a:t>
            </a:r>
            <a:endParaRPr lang="ko-KR" altLang="en-US" sz="24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xmlns="" id="{7196150B-F632-4CF0-85AA-80ED76DDC590}"/>
              </a:ext>
            </a:extLst>
          </p:cNvPr>
          <p:cNvCxnSpPr/>
          <p:nvPr/>
        </p:nvCxnSpPr>
        <p:spPr>
          <a:xfrm>
            <a:off x="2569324" y="2774258"/>
            <a:ext cx="4171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xmlns="" id="{27AC99A5-AD41-4A3A-86CA-F5A6A18DED59}"/>
              </a:ext>
            </a:extLst>
          </p:cNvPr>
          <p:cNvCxnSpPr/>
          <p:nvPr/>
        </p:nvCxnSpPr>
        <p:spPr>
          <a:xfrm>
            <a:off x="4799856" y="2808834"/>
            <a:ext cx="4171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화살표 연결선 79">
            <a:extLst>
              <a:ext uri="{FF2B5EF4-FFF2-40B4-BE49-F238E27FC236}">
                <a16:creationId xmlns:a16="http://schemas.microsoft.com/office/drawing/2014/main" xmlns="" id="{322CEAF8-66B7-4C6F-AE94-7D9A74AD654F}"/>
              </a:ext>
            </a:extLst>
          </p:cNvPr>
          <p:cNvCxnSpPr/>
          <p:nvPr/>
        </p:nvCxnSpPr>
        <p:spPr>
          <a:xfrm>
            <a:off x="6996100" y="2836017"/>
            <a:ext cx="4171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xmlns="" id="{3215F8A9-6707-4B98-BE03-46AC5FEA100B}"/>
              </a:ext>
            </a:extLst>
          </p:cNvPr>
          <p:cNvCxnSpPr/>
          <p:nvPr/>
        </p:nvCxnSpPr>
        <p:spPr>
          <a:xfrm>
            <a:off x="9034271" y="2836017"/>
            <a:ext cx="4171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화살표 연결선 97">
            <a:extLst>
              <a:ext uri="{FF2B5EF4-FFF2-40B4-BE49-F238E27FC236}">
                <a16:creationId xmlns:a16="http://schemas.microsoft.com/office/drawing/2014/main" xmlns="" id="{DC52183D-2BA2-4651-AB72-7DE3CA879D85}"/>
              </a:ext>
            </a:extLst>
          </p:cNvPr>
          <p:cNvCxnSpPr/>
          <p:nvPr/>
        </p:nvCxnSpPr>
        <p:spPr>
          <a:xfrm>
            <a:off x="7560716" y="3942815"/>
            <a:ext cx="4171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화살표 연결선 98">
            <a:extLst>
              <a:ext uri="{FF2B5EF4-FFF2-40B4-BE49-F238E27FC236}">
                <a16:creationId xmlns:a16="http://schemas.microsoft.com/office/drawing/2014/main" xmlns="" id="{2359970F-FB1E-440F-BF60-49E27382CEAF}"/>
              </a:ext>
            </a:extLst>
          </p:cNvPr>
          <p:cNvCxnSpPr/>
          <p:nvPr/>
        </p:nvCxnSpPr>
        <p:spPr>
          <a:xfrm>
            <a:off x="7560716" y="4825215"/>
            <a:ext cx="4171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화살표 연결선 99">
            <a:extLst>
              <a:ext uri="{FF2B5EF4-FFF2-40B4-BE49-F238E27FC236}">
                <a16:creationId xmlns:a16="http://schemas.microsoft.com/office/drawing/2014/main" xmlns="" id="{01568A38-0B82-4A54-B7A6-7A32B0C37C66}"/>
              </a:ext>
            </a:extLst>
          </p:cNvPr>
          <p:cNvCxnSpPr/>
          <p:nvPr/>
        </p:nvCxnSpPr>
        <p:spPr>
          <a:xfrm>
            <a:off x="5519936" y="3986036"/>
            <a:ext cx="4171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xmlns="" id="{087D3430-469D-46E8-8A94-12AD4BDF9C30}"/>
              </a:ext>
            </a:extLst>
          </p:cNvPr>
          <p:cNvCxnSpPr/>
          <p:nvPr/>
        </p:nvCxnSpPr>
        <p:spPr>
          <a:xfrm>
            <a:off x="5519936" y="4838927"/>
            <a:ext cx="4171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5949360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8">
            <a:extLst>
              <a:ext uri="{FF2B5EF4-FFF2-40B4-BE49-F238E27FC236}">
                <a16:creationId xmlns:a16="http://schemas.microsoft.com/office/drawing/2014/main" xmlns="" id="{9E88031F-AB2C-4546-98DD-2E30338AFCB5}"/>
              </a:ext>
            </a:extLst>
          </p:cNvPr>
          <p:cNvSpPr/>
          <p:nvPr/>
        </p:nvSpPr>
        <p:spPr>
          <a:xfrm>
            <a:off x="4429927" y="1643257"/>
            <a:ext cx="3277042" cy="4157401"/>
          </a:xfrm>
          <a:prstGeom prst="roundRect">
            <a:avLst>
              <a:gd name="adj" fmla="val 2388"/>
            </a:avLst>
          </a:prstGeom>
          <a:solidFill>
            <a:srgbClr val="F8FBFF"/>
          </a:solidFill>
          <a:ln w="12700">
            <a:solidFill>
              <a:srgbClr val="CBDDEA"/>
            </a:solidFill>
            <a:prstDash val="solid"/>
          </a:ln>
          <a:effectLst>
            <a:outerShdw blurRad="12700" dist="50800" dir="2700000" algn="bl" rotWithShape="0">
              <a:srgbClr val="D5DEE7">
                <a:alpha val="16000"/>
              </a:srgbClr>
            </a:outerShdw>
          </a:effectLst>
        </p:spPr>
      </p:sp>
      <p:sp>
        <p:nvSpPr>
          <p:cNvPr id="24" name="Shape 8">
            <a:extLst>
              <a:ext uri="{FF2B5EF4-FFF2-40B4-BE49-F238E27FC236}">
                <a16:creationId xmlns:a16="http://schemas.microsoft.com/office/drawing/2014/main" xmlns="" id="{991F60C9-3C6B-4A28-A147-D876D23D9856}"/>
              </a:ext>
            </a:extLst>
          </p:cNvPr>
          <p:cNvSpPr/>
          <p:nvPr/>
        </p:nvSpPr>
        <p:spPr>
          <a:xfrm>
            <a:off x="8435582" y="1643257"/>
            <a:ext cx="3277042" cy="4157401"/>
          </a:xfrm>
          <a:prstGeom prst="roundRect">
            <a:avLst>
              <a:gd name="adj" fmla="val 2388"/>
            </a:avLst>
          </a:prstGeom>
          <a:solidFill>
            <a:srgbClr val="F8FBFF"/>
          </a:solidFill>
          <a:ln w="12700">
            <a:solidFill>
              <a:srgbClr val="CBDDEA"/>
            </a:solidFill>
            <a:prstDash val="solid"/>
          </a:ln>
          <a:effectLst>
            <a:outerShdw blurRad="12700" dist="50800" dir="2700000" algn="bl" rotWithShape="0">
              <a:srgbClr val="D5DEE7">
                <a:alpha val="16000"/>
              </a:srgbClr>
            </a:outerShdw>
          </a:effectLst>
        </p:spPr>
      </p:sp>
      <p:sp>
        <p:nvSpPr>
          <p:cNvPr id="22" name="Shape 8">
            <a:extLst>
              <a:ext uri="{FF2B5EF4-FFF2-40B4-BE49-F238E27FC236}">
                <a16:creationId xmlns:a16="http://schemas.microsoft.com/office/drawing/2014/main" xmlns="" id="{6DEBC2E8-899D-4CA1-A720-234E90D8A664}"/>
              </a:ext>
            </a:extLst>
          </p:cNvPr>
          <p:cNvSpPr/>
          <p:nvPr/>
        </p:nvSpPr>
        <p:spPr>
          <a:xfrm>
            <a:off x="392575" y="1617096"/>
            <a:ext cx="3277042" cy="4157401"/>
          </a:xfrm>
          <a:prstGeom prst="roundRect">
            <a:avLst>
              <a:gd name="adj" fmla="val 2388"/>
            </a:avLst>
          </a:prstGeom>
          <a:solidFill>
            <a:srgbClr val="F8FBFF"/>
          </a:solidFill>
          <a:ln w="12700">
            <a:solidFill>
              <a:srgbClr val="CBDDEA"/>
            </a:solidFill>
            <a:prstDash val="solid"/>
          </a:ln>
          <a:effectLst>
            <a:outerShdw blurRad="12700" dist="50800" dir="2700000" algn="bl" rotWithShape="0">
              <a:srgbClr val="D5DEE7">
                <a:alpha val="16000"/>
              </a:srgbClr>
            </a:outerShdw>
          </a:effectLst>
        </p:spPr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xmlns="" id="{B671D4D4-5D7A-4315-8F08-293925B8B1BA}"/>
              </a:ext>
            </a:extLst>
          </p:cNvPr>
          <p:cNvSpPr txBox="1"/>
          <p:nvPr/>
        </p:nvSpPr>
        <p:spPr>
          <a:xfrm>
            <a:off x="1076694" y="332656"/>
            <a:ext cx="690102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defRPr/>
            </a:pPr>
            <a:r>
              <a:rPr lang="ko-KR" altLang="en-US" sz="2800" b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개요</a:t>
            </a:r>
            <a:endParaRPr lang="en-US" altLang="ko-KR" sz="2800" b="1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atinLnBrk="0">
              <a:defRPr/>
            </a:pPr>
            <a:r>
              <a:rPr lang="ko-KR" altLang="en-US" sz="1600" b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팀원 소개</a:t>
            </a:r>
            <a:endParaRPr lang="ko-KR" altLang="en-US" sz="2800" b="1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9" name="타원 68">
            <a:extLst>
              <a:ext uri="{FF2B5EF4-FFF2-40B4-BE49-F238E27FC236}">
                <a16:creationId xmlns:a16="http://schemas.microsoft.com/office/drawing/2014/main" xmlns="" id="{9335FBE7-7948-49CB-A400-4210EF31A78D}"/>
              </a:ext>
            </a:extLst>
          </p:cNvPr>
          <p:cNvSpPr/>
          <p:nvPr/>
        </p:nvSpPr>
        <p:spPr>
          <a:xfrm>
            <a:off x="293510" y="216809"/>
            <a:ext cx="831202" cy="885964"/>
          </a:xfrm>
          <a:prstGeom prst="ellipse">
            <a:avLst/>
          </a:prstGeom>
          <a:solidFill>
            <a:srgbClr val="337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>
                <a:latin typeface="Noto Sans KR" panose="020B0200000000000000" pitchFamily="50" charset="-127"/>
                <a:ea typeface="Noto Sans KR" panose="020B0200000000000000" pitchFamily="50" charset="-127"/>
              </a:rPr>
              <a:t>02</a:t>
            </a:r>
            <a:endParaRPr lang="ko-KR" altLang="en-US" sz="24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63720237-5051-4A5A-BD64-9C9CB7759AF9}"/>
              </a:ext>
            </a:extLst>
          </p:cNvPr>
          <p:cNvSpPr txBox="1"/>
          <p:nvPr/>
        </p:nvSpPr>
        <p:spPr>
          <a:xfrm>
            <a:off x="392576" y="1863287"/>
            <a:ext cx="3277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err="1">
                <a:latin typeface="Noto Sans KR" panose="020B0200000000000000" pitchFamily="50" charset="-127"/>
                <a:ea typeface="Noto Sans KR" panose="020B0200000000000000" pitchFamily="50" charset="-127"/>
              </a:rPr>
              <a:t>신현탁</a:t>
            </a:r>
            <a:r>
              <a:rPr lang="en-US" altLang="ko-KR" b="1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b="1">
                <a:latin typeface="Noto Sans KR" panose="020B0200000000000000" pitchFamily="50" charset="-127"/>
                <a:ea typeface="Noto Sans KR" panose="020B0200000000000000" pitchFamily="50" charset="-127"/>
              </a:rPr>
              <a:t>팀장</a:t>
            </a:r>
            <a:r>
              <a:rPr lang="en-US" altLang="ko-KR" b="1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endParaRPr lang="ko-KR" altLang="en-US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488C1ADF-A79A-4DCA-9D91-98364678AF51}"/>
              </a:ext>
            </a:extLst>
          </p:cNvPr>
          <p:cNvSpPr txBox="1"/>
          <p:nvPr/>
        </p:nvSpPr>
        <p:spPr>
          <a:xfrm>
            <a:off x="392575" y="3315166"/>
            <a:ext cx="3277041" cy="1156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6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공연 조회</a:t>
            </a:r>
            <a:r>
              <a:rPr lang="en-US" altLang="ko-KR" sz="16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6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상세</a:t>
            </a:r>
            <a:endParaRPr lang="en-US" altLang="ko-KR" sz="1600" b="1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6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공연 </a:t>
            </a:r>
            <a:r>
              <a:rPr lang="ko-KR" altLang="en-US" sz="1600" b="1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회차</a:t>
            </a:r>
            <a:r>
              <a:rPr lang="ko-KR" altLang="en-US" sz="16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및 좌석 예매 기능 구현</a:t>
            </a:r>
            <a:endParaRPr lang="en-US" altLang="ko-KR" sz="1600" b="1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>
              <a:lnSpc>
                <a:spcPct val="150000"/>
              </a:lnSpc>
              <a:defRPr/>
            </a:pPr>
            <a:r>
              <a:rPr lang="ko-KR" altLang="en-US" sz="16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좌석 선점 및 예외 처리</a:t>
            </a:r>
            <a:endParaRPr lang="en-US" altLang="ko-KR" sz="1600" b="1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xmlns="" id="{C1682F29-427E-4E34-8487-F98C8274CBAC}"/>
              </a:ext>
            </a:extLst>
          </p:cNvPr>
          <p:cNvSpPr txBox="1"/>
          <p:nvPr/>
        </p:nvSpPr>
        <p:spPr>
          <a:xfrm>
            <a:off x="4429926" y="1863287"/>
            <a:ext cx="3277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err="1">
                <a:latin typeface="Noto Sans KR" panose="020B0200000000000000" pitchFamily="50" charset="-127"/>
                <a:ea typeface="Noto Sans KR" panose="020B0200000000000000" pitchFamily="50" charset="-127"/>
              </a:rPr>
              <a:t>반제윤</a:t>
            </a:r>
            <a:endParaRPr lang="ko-KR" altLang="en-US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xmlns="" id="{434FC3DE-E833-4F56-A284-8FB5CDA71D78}"/>
              </a:ext>
            </a:extLst>
          </p:cNvPr>
          <p:cNvSpPr txBox="1"/>
          <p:nvPr/>
        </p:nvSpPr>
        <p:spPr>
          <a:xfrm>
            <a:off x="4429926" y="3310943"/>
            <a:ext cx="3277042" cy="1156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16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도서 </a:t>
            </a:r>
            <a:r>
              <a:rPr lang="en-US" altLang="ko-KR" sz="16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6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공연 장바구니</a:t>
            </a:r>
            <a:endParaRPr lang="en-US" altLang="ko-KR" sz="1600" b="1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>
              <a:lnSpc>
                <a:spcPct val="150000"/>
              </a:lnSpc>
              <a:defRPr/>
            </a:pPr>
            <a:r>
              <a:rPr lang="ko-KR" altLang="en-US" sz="16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주문</a:t>
            </a:r>
            <a:r>
              <a:rPr lang="en-US" altLang="ko-KR" sz="16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6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결제 기능 구현</a:t>
            </a:r>
            <a:endParaRPr lang="en-US" altLang="ko-KR" sz="1600" b="1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>
              <a:lnSpc>
                <a:spcPct val="150000"/>
              </a:lnSpc>
              <a:defRPr/>
            </a:pPr>
            <a:r>
              <a:rPr lang="ko-KR" altLang="en-US" sz="16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구매내역 및 환불 기능 구현</a:t>
            </a:r>
            <a:endParaRPr lang="en-US" altLang="ko-KR" sz="1600" b="1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xmlns="" id="{A1681DB0-C487-4D11-896B-9D9753A1B909}"/>
              </a:ext>
            </a:extLst>
          </p:cNvPr>
          <p:cNvSpPr txBox="1"/>
          <p:nvPr/>
        </p:nvSpPr>
        <p:spPr>
          <a:xfrm>
            <a:off x="8435582" y="1863287"/>
            <a:ext cx="3277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err="1">
                <a:latin typeface="Noto Sans KR" panose="020B0200000000000000" pitchFamily="50" charset="-127"/>
                <a:ea typeface="Noto Sans KR" panose="020B0200000000000000" pitchFamily="50" charset="-127"/>
              </a:rPr>
              <a:t>손유정</a:t>
            </a:r>
            <a:endParaRPr lang="ko-KR" altLang="en-US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xmlns="" id="{A9EE71AE-39DE-48FC-B219-DC918E234F27}"/>
              </a:ext>
            </a:extLst>
          </p:cNvPr>
          <p:cNvSpPr txBox="1"/>
          <p:nvPr/>
        </p:nvSpPr>
        <p:spPr>
          <a:xfrm>
            <a:off x="8435581" y="3310943"/>
            <a:ext cx="3277043" cy="1156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16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회원가입</a:t>
            </a:r>
            <a:r>
              <a:rPr lang="en-US" altLang="ko-KR" sz="16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6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로그인</a:t>
            </a:r>
            <a:endParaRPr lang="en-US" altLang="ko-KR" sz="1600" b="1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>
              <a:lnSpc>
                <a:spcPct val="150000"/>
              </a:lnSpc>
              <a:defRPr/>
            </a:pPr>
            <a:r>
              <a:rPr lang="ko-KR" altLang="en-US" sz="16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도서 조회</a:t>
            </a:r>
            <a:r>
              <a:rPr lang="en-US" altLang="ko-KR" sz="16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6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상세 기능 구현</a:t>
            </a:r>
            <a:endParaRPr lang="en-US" altLang="ko-KR" sz="1600" b="1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>
              <a:lnSpc>
                <a:spcPct val="150000"/>
              </a:lnSpc>
              <a:defRPr/>
            </a:pPr>
            <a:r>
              <a:rPr lang="ko-KR" altLang="en-US" sz="16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리뷰 기능 구현</a:t>
            </a:r>
            <a:endParaRPr lang="en-US" altLang="ko-KR" sz="1600" b="1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xmlns="" id="{8D71A0F3-9284-41EC-B1E3-70CF024C5FCA}"/>
              </a:ext>
            </a:extLst>
          </p:cNvPr>
          <p:cNvSpPr/>
          <p:nvPr/>
        </p:nvSpPr>
        <p:spPr>
          <a:xfrm>
            <a:off x="1148998" y="2478810"/>
            <a:ext cx="1764196" cy="322033"/>
          </a:xfrm>
          <a:prstGeom prst="roundRect">
            <a:avLst/>
          </a:prstGeom>
          <a:solidFill>
            <a:srgbClr val="337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latin typeface="Noto Sans KR" panose="020B0200000000000000" pitchFamily="50" charset="-127"/>
                <a:ea typeface="Noto Sans KR" panose="020B0200000000000000" pitchFamily="50" charset="-127"/>
              </a:rPr>
              <a:t>공연 </a:t>
            </a:r>
            <a:r>
              <a:rPr lang="en-US" altLang="ko-KR" sz="1400" b="1">
                <a:latin typeface="Noto Sans KR" panose="020B0200000000000000" pitchFamily="50" charset="-127"/>
                <a:ea typeface="Noto Sans KR" panose="020B0200000000000000" pitchFamily="50" charset="-127"/>
              </a:rPr>
              <a:t>/ </a:t>
            </a:r>
            <a:r>
              <a:rPr lang="ko-KR" altLang="en-US" sz="1400" b="1">
                <a:latin typeface="Noto Sans KR" panose="020B0200000000000000" pitchFamily="50" charset="-127"/>
                <a:ea typeface="Noto Sans KR" panose="020B0200000000000000" pitchFamily="50" charset="-127"/>
              </a:rPr>
              <a:t>예매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xmlns="" id="{A3B924DD-7A40-42D6-84EA-C123AB8BD4A4}"/>
              </a:ext>
            </a:extLst>
          </p:cNvPr>
          <p:cNvSpPr/>
          <p:nvPr/>
        </p:nvSpPr>
        <p:spPr>
          <a:xfrm>
            <a:off x="5186349" y="2474079"/>
            <a:ext cx="1764196" cy="322033"/>
          </a:xfrm>
          <a:prstGeom prst="roundRect">
            <a:avLst/>
          </a:prstGeom>
          <a:solidFill>
            <a:srgbClr val="337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latin typeface="Noto Sans KR" panose="020B0200000000000000" pitchFamily="50" charset="-127"/>
                <a:ea typeface="Noto Sans KR" panose="020B0200000000000000" pitchFamily="50" charset="-127"/>
              </a:rPr>
              <a:t>주문 </a:t>
            </a:r>
            <a:r>
              <a:rPr lang="en-US" altLang="ko-KR" sz="1400" b="1">
                <a:latin typeface="Noto Sans KR" panose="020B0200000000000000" pitchFamily="50" charset="-127"/>
                <a:ea typeface="Noto Sans KR" panose="020B0200000000000000" pitchFamily="50" charset="-127"/>
              </a:rPr>
              <a:t>/ </a:t>
            </a:r>
            <a:r>
              <a:rPr lang="ko-KR" altLang="en-US" sz="1400" b="1">
                <a:latin typeface="Noto Sans KR" panose="020B0200000000000000" pitchFamily="50" charset="-127"/>
                <a:ea typeface="Noto Sans KR" panose="020B0200000000000000" pitchFamily="50" charset="-127"/>
              </a:rPr>
              <a:t>결제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xmlns="" id="{CA0018CB-E797-47DF-B6F3-4A421EF3F22F}"/>
              </a:ext>
            </a:extLst>
          </p:cNvPr>
          <p:cNvSpPr/>
          <p:nvPr/>
        </p:nvSpPr>
        <p:spPr>
          <a:xfrm>
            <a:off x="9192004" y="2474079"/>
            <a:ext cx="1764196" cy="322033"/>
          </a:xfrm>
          <a:prstGeom prst="roundRect">
            <a:avLst/>
          </a:prstGeom>
          <a:solidFill>
            <a:srgbClr val="337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latin typeface="Noto Sans KR" panose="020B0200000000000000" pitchFamily="50" charset="-127"/>
                <a:ea typeface="Noto Sans KR" panose="020B0200000000000000" pitchFamily="50" charset="-127"/>
              </a:rPr>
              <a:t>회원 </a:t>
            </a:r>
            <a:r>
              <a:rPr lang="en-US" altLang="ko-KR" sz="1400" b="1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/ </a:t>
            </a:r>
            <a:r>
              <a:rPr lang="ko-KR" altLang="en-US" sz="1400" b="1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도서</a:t>
            </a:r>
            <a:endParaRPr lang="ko-KR" altLang="en-US" sz="14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210909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그래픽 190">
            <a:extLst>
              <a:ext uri="{FF2B5EF4-FFF2-40B4-BE49-F238E27FC236}">
                <a16:creationId xmlns:a16="http://schemas.microsoft.com/office/drawing/2014/main" xmlns="" id="{B5967736-A99C-BBBF-FEBF-FDFE9F35EF9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xmlns="" id="{B671D4D4-5D7A-4315-8F08-293925B8B1BA}"/>
              </a:ext>
            </a:extLst>
          </p:cNvPr>
          <p:cNvSpPr txBox="1"/>
          <p:nvPr/>
        </p:nvSpPr>
        <p:spPr>
          <a:xfrm>
            <a:off x="1076694" y="332656"/>
            <a:ext cx="690102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defRPr/>
            </a:pPr>
            <a:r>
              <a:rPr lang="ko-KR" altLang="en-US" sz="2800" b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설계</a:t>
            </a:r>
            <a:endParaRPr lang="en-US" altLang="ko-KR" sz="2800" b="1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atinLnBrk="0">
              <a:defRPr/>
            </a:pPr>
            <a:r>
              <a:rPr lang="ko-KR" altLang="en-US" sz="1600" b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수행 과정</a:t>
            </a:r>
            <a:endParaRPr lang="ko-KR" altLang="en-US" sz="2800" b="1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9" name="타원 68">
            <a:extLst>
              <a:ext uri="{FF2B5EF4-FFF2-40B4-BE49-F238E27FC236}">
                <a16:creationId xmlns:a16="http://schemas.microsoft.com/office/drawing/2014/main" xmlns="" id="{9335FBE7-7948-49CB-A400-4210EF31A78D}"/>
              </a:ext>
            </a:extLst>
          </p:cNvPr>
          <p:cNvSpPr/>
          <p:nvPr/>
        </p:nvSpPr>
        <p:spPr>
          <a:xfrm>
            <a:off x="293510" y="216809"/>
            <a:ext cx="831202" cy="885964"/>
          </a:xfrm>
          <a:prstGeom prst="ellipse">
            <a:avLst/>
          </a:prstGeom>
          <a:solidFill>
            <a:srgbClr val="337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>
                <a:latin typeface="Noto Sans KR" panose="020B0200000000000000" pitchFamily="50" charset="-127"/>
                <a:ea typeface="Noto Sans KR" panose="020B0200000000000000" pitchFamily="50" charset="-127"/>
              </a:rPr>
              <a:t>02</a:t>
            </a:r>
            <a:endParaRPr lang="ko-KR" altLang="en-US" sz="24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B742138F-F012-4BB5-9461-29916E2D7791}"/>
              </a:ext>
            </a:extLst>
          </p:cNvPr>
          <p:cNvSpPr txBox="1"/>
          <p:nvPr/>
        </p:nvSpPr>
        <p:spPr>
          <a:xfrm>
            <a:off x="1379476" y="1677830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lang="ko-KR" altLang="en-US" b="1">
                <a:latin typeface="Noto Sans KR" panose="020B0200000000000000" pitchFamily="50" charset="-127"/>
                <a:ea typeface="Noto Sans KR" panose="020B0200000000000000" pitchFamily="50" charset="-127"/>
              </a:rPr>
              <a:t>주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2BBD6157-8798-4229-96CD-96770FC1D375}"/>
              </a:ext>
            </a:extLst>
          </p:cNvPr>
          <p:cNvSpPr txBox="1"/>
          <p:nvPr/>
        </p:nvSpPr>
        <p:spPr>
          <a:xfrm>
            <a:off x="3400501" y="1673932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ko-KR" altLang="en-US" b="1">
                <a:latin typeface="Noto Sans KR" panose="020B0200000000000000" pitchFamily="50" charset="-127"/>
                <a:ea typeface="Noto Sans KR" panose="020B0200000000000000" pitchFamily="50" charset="-127"/>
              </a:rPr>
              <a:t>주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840C213D-3613-4AEB-8D92-EC919A85886C}"/>
              </a:ext>
            </a:extLst>
          </p:cNvPr>
          <p:cNvSpPr txBox="1"/>
          <p:nvPr/>
        </p:nvSpPr>
        <p:spPr>
          <a:xfrm>
            <a:off x="5668753" y="1673932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r>
              <a:rPr lang="ko-KR" altLang="en-US" b="1">
                <a:latin typeface="Noto Sans KR" panose="020B0200000000000000" pitchFamily="50" charset="-127"/>
                <a:ea typeface="Noto Sans KR" panose="020B0200000000000000" pitchFamily="50" charset="-127"/>
              </a:rPr>
              <a:t>주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9D5F755B-DAA5-49C9-94BF-C243C1CC70E8}"/>
              </a:ext>
            </a:extLst>
          </p:cNvPr>
          <p:cNvSpPr txBox="1"/>
          <p:nvPr/>
        </p:nvSpPr>
        <p:spPr>
          <a:xfrm>
            <a:off x="7937005" y="1664804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r>
              <a:rPr lang="ko-KR" altLang="en-US" b="1">
                <a:latin typeface="Noto Sans KR" panose="020B0200000000000000" pitchFamily="50" charset="-127"/>
                <a:ea typeface="Noto Sans KR" panose="020B0200000000000000" pitchFamily="50" charset="-127"/>
              </a:rPr>
              <a:t>주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60A35421-558C-4F99-B14E-FE36C99B4AD3}"/>
              </a:ext>
            </a:extLst>
          </p:cNvPr>
          <p:cNvSpPr txBox="1"/>
          <p:nvPr/>
        </p:nvSpPr>
        <p:spPr>
          <a:xfrm>
            <a:off x="9959586" y="1664804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Noto Sans KR" panose="020B0200000000000000" pitchFamily="50" charset="-127"/>
                <a:ea typeface="Noto Sans KR" panose="020B0200000000000000" pitchFamily="50" charset="-127"/>
              </a:rPr>
              <a:t>5</a:t>
            </a:r>
            <a:r>
              <a:rPr lang="ko-KR" altLang="en-US" b="1">
                <a:latin typeface="Noto Sans KR" panose="020B0200000000000000" pitchFamily="50" charset="-127"/>
                <a:ea typeface="Noto Sans KR" panose="020B0200000000000000" pitchFamily="50" charset="-127"/>
              </a:rPr>
              <a:t>주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02317BAA-8C67-4B4C-AA60-7FAE4E6E87CE}"/>
              </a:ext>
            </a:extLst>
          </p:cNvPr>
          <p:cNvSpPr txBox="1"/>
          <p:nvPr/>
        </p:nvSpPr>
        <p:spPr>
          <a:xfrm>
            <a:off x="1379476" y="4020115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Noto Sans KR" panose="020B0200000000000000" pitchFamily="50" charset="-127"/>
                <a:ea typeface="Noto Sans KR" panose="020B0200000000000000" pitchFamily="50" charset="-127"/>
              </a:rPr>
              <a:t>5</a:t>
            </a:r>
            <a:r>
              <a:rPr lang="ko-KR" altLang="en-US" b="1">
                <a:latin typeface="Noto Sans KR" panose="020B0200000000000000" pitchFamily="50" charset="-127"/>
                <a:ea typeface="Noto Sans KR" panose="020B0200000000000000" pitchFamily="50" charset="-127"/>
              </a:rPr>
              <a:t>주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55E1E596-2304-4241-B7FD-7FF0BFEDC75E}"/>
              </a:ext>
            </a:extLst>
          </p:cNvPr>
          <p:cNvSpPr txBox="1"/>
          <p:nvPr/>
        </p:nvSpPr>
        <p:spPr>
          <a:xfrm>
            <a:off x="3400501" y="4016217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Noto Sans KR" panose="020B0200000000000000" pitchFamily="50" charset="-127"/>
                <a:ea typeface="Noto Sans KR" panose="020B0200000000000000" pitchFamily="50" charset="-127"/>
              </a:rPr>
              <a:t>6</a:t>
            </a:r>
            <a:r>
              <a:rPr lang="ko-KR" altLang="en-US" b="1">
                <a:latin typeface="Noto Sans KR" panose="020B0200000000000000" pitchFamily="50" charset="-127"/>
                <a:ea typeface="Noto Sans KR" panose="020B0200000000000000" pitchFamily="50" charset="-127"/>
              </a:rPr>
              <a:t>주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FAE2B30F-8BA1-48EA-B9D9-36B3EBDA9413}"/>
              </a:ext>
            </a:extLst>
          </p:cNvPr>
          <p:cNvSpPr txBox="1"/>
          <p:nvPr/>
        </p:nvSpPr>
        <p:spPr>
          <a:xfrm>
            <a:off x="5668753" y="4016217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Noto Sans KR" panose="020B0200000000000000" pitchFamily="50" charset="-127"/>
                <a:ea typeface="Noto Sans KR" panose="020B0200000000000000" pitchFamily="50" charset="-127"/>
              </a:rPr>
              <a:t>7</a:t>
            </a:r>
            <a:r>
              <a:rPr lang="ko-KR" altLang="en-US" b="1">
                <a:latin typeface="Noto Sans KR" panose="020B0200000000000000" pitchFamily="50" charset="-127"/>
                <a:ea typeface="Noto Sans KR" panose="020B0200000000000000" pitchFamily="50" charset="-127"/>
              </a:rPr>
              <a:t>주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8F53C674-3483-419F-93A6-1D0850D6CB70}"/>
              </a:ext>
            </a:extLst>
          </p:cNvPr>
          <p:cNvSpPr txBox="1"/>
          <p:nvPr/>
        </p:nvSpPr>
        <p:spPr>
          <a:xfrm>
            <a:off x="7937005" y="4007089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Noto Sans KR" panose="020B0200000000000000" pitchFamily="50" charset="-127"/>
                <a:ea typeface="Noto Sans KR" panose="020B0200000000000000" pitchFamily="50" charset="-127"/>
              </a:rPr>
              <a:t>8</a:t>
            </a:r>
            <a:r>
              <a:rPr lang="ko-KR" altLang="en-US" b="1">
                <a:latin typeface="Noto Sans KR" panose="020B0200000000000000" pitchFamily="50" charset="-127"/>
                <a:ea typeface="Noto Sans KR" panose="020B0200000000000000" pitchFamily="50" charset="-127"/>
              </a:rPr>
              <a:t>주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245A40C4-43A1-43CD-87DB-CF9F1D707772}"/>
              </a:ext>
            </a:extLst>
          </p:cNvPr>
          <p:cNvSpPr txBox="1"/>
          <p:nvPr/>
        </p:nvSpPr>
        <p:spPr>
          <a:xfrm>
            <a:off x="9959585" y="4007089"/>
            <a:ext cx="888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Noto Sans KR" panose="020B0200000000000000" pitchFamily="50" charset="-127"/>
                <a:ea typeface="Noto Sans KR" panose="020B0200000000000000" pitchFamily="50" charset="-127"/>
              </a:rPr>
              <a:t>9</a:t>
            </a:r>
            <a:r>
              <a:rPr lang="ko-KR" altLang="en-US" b="1">
                <a:latin typeface="Noto Sans KR" panose="020B0200000000000000" pitchFamily="50" charset="-127"/>
                <a:ea typeface="Noto Sans KR" panose="020B0200000000000000" pitchFamily="50" charset="-127"/>
              </a:rPr>
              <a:t>주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xmlns="" id="{B628048C-AB26-44D4-9611-6CF0515B82A1}"/>
              </a:ext>
            </a:extLst>
          </p:cNvPr>
          <p:cNvCxnSpPr/>
          <p:nvPr/>
        </p:nvCxnSpPr>
        <p:spPr>
          <a:xfrm>
            <a:off x="1631504" y="2109878"/>
            <a:ext cx="0" cy="1692188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xmlns="" id="{7BC06E7F-FE7A-45C6-BF8E-2C4A65534F5D}"/>
              </a:ext>
            </a:extLst>
          </p:cNvPr>
          <p:cNvCxnSpPr/>
          <p:nvPr/>
        </p:nvCxnSpPr>
        <p:spPr>
          <a:xfrm>
            <a:off x="3683732" y="2109878"/>
            <a:ext cx="0" cy="1692188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xmlns="" id="{0B54B463-DE68-469B-8903-3F47C3DEEB40}"/>
              </a:ext>
            </a:extLst>
          </p:cNvPr>
          <p:cNvCxnSpPr/>
          <p:nvPr/>
        </p:nvCxnSpPr>
        <p:spPr>
          <a:xfrm>
            <a:off x="5915980" y="2109878"/>
            <a:ext cx="0" cy="1692188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xmlns="" id="{1D9268DD-7D8F-48FA-9F54-857D565EF757}"/>
              </a:ext>
            </a:extLst>
          </p:cNvPr>
          <p:cNvCxnSpPr/>
          <p:nvPr/>
        </p:nvCxnSpPr>
        <p:spPr>
          <a:xfrm>
            <a:off x="8220236" y="2109878"/>
            <a:ext cx="0" cy="1692188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xmlns="" id="{D5412319-B737-4CD8-BD4A-8171D267CF0C}"/>
              </a:ext>
            </a:extLst>
          </p:cNvPr>
          <p:cNvCxnSpPr/>
          <p:nvPr/>
        </p:nvCxnSpPr>
        <p:spPr>
          <a:xfrm>
            <a:off x="1631504" y="2109878"/>
            <a:ext cx="8640960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xmlns="" id="{D107C683-F8C9-4996-9E43-F55034D85717}"/>
              </a:ext>
            </a:extLst>
          </p:cNvPr>
          <p:cNvCxnSpPr/>
          <p:nvPr/>
        </p:nvCxnSpPr>
        <p:spPr>
          <a:xfrm>
            <a:off x="10283622" y="2109878"/>
            <a:ext cx="0" cy="1692188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xmlns="" id="{0AE2D28F-1E0B-4963-A1A4-18681A401447}"/>
              </a:ext>
            </a:extLst>
          </p:cNvPr>
          <p:cNvCxnSpPr/>
          <p:nvPr/>
        </p:nvCxnSpPr>
        <p:spPr>
          <a:xfrm>
            <a:off x="1642662" y="4414134"/>
            <a:ext cx="0" cy="1692188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xmlns="" id="{95118596-25C1-49A8-8B77-C08752296B71}"/>
              </a:ext>
            </a:extLst>
          </p:cNvPr>
          <p:cNvCxnSpPr/>
          <p:nvPr/>
        </p:nvCxnSpPr>
        <p:spPr>
          <a:xfrm>
            <a:off x="3694890" y="4414134"/>
            <a:ext cx="0" cy="1692188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xmlns="" id="{02396C1B-1F1F-4C5C-888D-FE9018B1F94E}"/>
              </a:ext>
            </a:extLst>
          </p:cNvPr>
          <p:cNvCxnSpPr/>
          <p:nvPr/>
        </p:nvCxnSpPr>
        <p:spPr>
          <a:xfrm>
            <a:off x="5927138" y="4414134"/>
            <a:ext cx="0" cy="1692188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xmlns="" id="{9111A1E3-CEEF-475C-B96D-4803CC956484}"/>
              </a:ext>
            </a:extLst>
          </p:cNvPr>
          <p:cNvCxnSpPr/>
          <p:nvPr/>
        </p:nvCxnSpPr>
        <p:spPr>
          <a:xfrm>
            <a:off x="8231394" y="4414134"/>
            <a:ext cx="0" cy="1692188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xmlns="" id="{478716DC-46CD-4E8B-81A7-391CBE37840C}"/>
              </a:ext>
            </a:extLst>
          </p:cNvPr>
          <p:cNvCxnSpPr/>
          <p:nvPr/>
        </p:nvCxnSpPr>
        <p:spPr>
          <a:xfrm>
            <a:off x="1642662" y="4414134"/>
            <a:ext cx="8640960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xmlns="" id="{CF72A103-9422-463A-AE24-C5BB6B4AA7B7}"/>
              </a:ext>
            </a:extLst>
          </p:cNvPr>
          <p:cNvCxnSpPr/>
          <p:nvPr/>
        </p:nvCxnSpPr>
        <p:spPr>
          <a:xfrm>
            <a:off x="10294780" y="4414134"/>
            <a:ext cx="0" cy="1692188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77021967-277C-4635-8E42-7B008BF05225}"/>
              </a:ext>
            </a:extLst>
          </p:cNvPr>
          <p:cNvSpPr/>
          <p:nvPr/>
        </p:nvSpPr>
        <p:spPr>
          <a:xfrm>
            <a:off x="1631504" y="2253893"/>
            <a:ext cx="2052226" cy="3656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기획 및 주제 선정</a:t>
            </a:r>
            <a:r>
              <a:rPr lang="en-US" altLang="ko-KR" sz="1200" b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en-US" altLang="ko-KR" sz="12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200" b="1">
                <a:latin typeface="Noto Sans KR" panose="020B0200000000000000" pitchFamily="50" charset="-127"/>
                <a:ea typeface="Noto Sans KR" panose="020B0200000000000000" pitchFamily="50" charset="-127"/>
              </a:rPr>
              <a:t>기획안 작성</a:t>
            </a:r>
            <a:endParaRPr lang="en-US" altLang="ko-KR" sz="12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6" name="직사각형 115">
            <a:extLst>
              <a:ext uri="{FF2B5EF4-FFF2-40B4-BE49-F238E27FC236}">
                <a16:creationId xmlns:a16="http://schemas.microsoft.com/office/drawing/2014/main" xmlns="" id="{27D65ABC-C2F3-4162-B914-E9E6929A7470}"/>
              </a:ext>
            </a:extLst>
          </p:cNvPr>
          <p:cNvSpPr/>
          <p:nvPr/>
        </p:nvSpPr>
        <p:spPr>
          <a:xfrm>
            <a:off x="2657616" y="2685942"/>
            <a:ext cx="3258361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>
                <a:latin typeface="Noto Sans KR" panose="020B0200000000000000" pitchFamily="50" charset="-127"/>
                <a:ea typeface="Noto Sans KR" panose="020B0200000000000000" pitchFamily="50" charset="-127"/>
              </a:rPr>
              <a:t>요구사항 및 서비스 정책 정의</a:t>
            </a:r>
            <a:r>
              <a:rPr lang="en-US" altLang="ko-KR" sz="1200" b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DB</a:t>
            </a:r>
            <a:r>
              <a:rPr lang="en-US" altLang="ko-KR" sz="12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200" b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· ERD  · API</a:t>
            </a:r>
            <a:r>
              <a:rPr lang="en-US" altLang="ko-KR" sz="12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200" b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200" b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화면 설계</a:t>
            </a:r>
            <a:r>
              <a:rPr lang="en-US" altLang="ko-KR" sz="1200" b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endParaRPr lang="en-US" altLang="ko-KR" sz="12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xmlns="" id="{704CD94D-53CA-4427-9AC1-D5C3E61538D7}"/>
              </a:ext>
            </a:extLst>
          </p:cNvPr>
          <p:cNvSpPr/>
          <p:nvPr/>
        </p:nvSpPr>
        <p:spPr>
          <a:xfrm>
            <a:off x="4333961" y="3208577"/>
            <a:ext cx="5938503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>
                <a:latin typeface="Noto Sans KR" panose="020B0200000000000000" pitchFamily="50" charset="-127"/>
                <a:ea typeface="Noto Sans KR" panose="020B0200000000000000" pitchFamily="50" charset="-127"/>
              </a:rPr>
              <a:t>핵심 기능 구현</a:t>
            </a:r>
            <a:r>
              <a:rPr lang="en-US" altLang="ko-KR" sz="1200" b="1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200" b="1">
                <a:latin typeface="Noto Sans KR" panose="020B0200000000000000" pitchFamily="50" charset="-127"/>
                <a:ea typeface="Noto Sans KR" panose="020B0200000000000000" pitchFamily="50" charset="-127"/>
              </a:rPr>
              <a:t>회원 </a:t>
            </a:r>
            <a:r>
              <a:rPr lang="en-US" altLang="ko-KR" sz="1200" b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200" b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도서 </a:t>
            </a:r>
            <a:r>
              <a:rPr lang="en-US" altLang="ko-KR" sz="1200" b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200" b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공연 </a:t>
            </a:r>
            <a:r>
              <a:rPr lang="en-US" altLang="ko-KR" sz="1200" b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 </a:t>
            </a:r>
            <a:r>
              <a:rPr lang="ko-KR" altLang="en-US" sz="1200" b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결제 등</a:t>
            </a:r>
            <a:r>
              <a:rPr lang="en-US" altLang="ko-KR" sz="1200" b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endParaRPr lang="en-US" altLang="ko-KR" sz="12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xmlns="" id="{90472511-80F1-4764-98B0-A26A8950D6BE}"/>
              </a:ext>
            </a:extLst>
          </p:cNvPr>
          <p:cNvSpPr/>
          <p:nvPr/>
        </p:nvSpPr>
        <p:spPr>
          <a:xfrm>
            <a:off x="1642663" y="4619516"/>
            <a:ext cx="2041068" cy="4087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>
                <a:latin typeface="Noto Sans KR" panose="020B0200000000000000" pitchFamily="50" charset="-127"/>
                <a:ea typeface="Noto Sans KR" panose="020B0200000000000000" pitchFamily="50" charset="-127"/>
              </a:rPr>
              <a:t>핵심 기능 구현</a:t>
            </a:r>
            <a:r>
              <a:rPr lang="en-US" altLang="ko-KR" sz="1200" b="1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200" b="1">
                <a:latin typeface="Noto Sans KR" panose="020B0200000000000000" pitchFamily="50" charset="-127"/>
                <a:ea typeface="Noto Sans KR" panose="020B0200000000000000" pitchFamily="50" charset="-127"/>
              </a:rPr>
              <a:t>회원 </a:t>
            </a:r>
            <a:r>
              <a:rPr lang="en-US" altLang="ko-KR" sz="1200" b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200" b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도서 </a:t>
            </a:r>
            <a:r>
              <a:rPr lang="en-US" altLang="ko-KR" sz="1200" b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200" b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공연 </a:t>
            </a:r>
            <a:r>
              <a:rPr lang="en-US" altLang="ko-KR" sz="1200" b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 </a:t>
            </a:r>
            <a:r>
              <a:rPr lang="ko-KR" altLang="en-US" sz="1200" b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결제 등</a:t>
            </a:r>
            <a:r>
              <a:rPr lang="en-US" altLang="ko-KR" sz="1200" b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endParaRPr lang="en-US" altLang="ko-KR" sz="12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xmlns="" id="{E9F0A878-5185-46F3-B06D-8459E539308E}"/>
              </a:ext>
            </a:extLst>
          </p:cNvPr>
          <p:cNvSpPr/>
          <p:nvPr/>
        </p:nvSpPr>
        <p:spPr>
          <a:xfrm>
            <a:off x="2855641" y="5171905"/>
            <a:ext cx="5386912" cy="3217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>
                <a:latin typeface="Noto Sans KR" panose="020B0200000000000000" pitchFamily="50" charset="-127"/>
                <a:ea typeface="Noto Sans KR" panose="020B0200000000000000" pitchFamily="50" charset="-127"/>
              </a:rPr>
              <a:t>기능 통합</a:t>
            </a:r>
            <a:r>
              <a:rPr lang="ko-KR" altLang="en-US" sz="1200" b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200" b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200" b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통합 테스트</a:t>
            </a:r>
            <a:endParaRPr lang="en-US" altLang="ko-KR" sz="12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xmlns="" id="{6A8276D1-CE4C-4E02-B314-1B84A5686370}"/>
              </a:ext>
            </a:extLst>
          </p:cNvPr>
          <p:cNvSpPr/>
          <p:nvPr/>
        </p:nvSpPr>
        <p:spPr>
          <a:xfrm>
            <a:off x="3709300" y="5583241"/>
            <a:ext cx="2206672" cy="3223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latin typeface="Noto Sans KR" panose="020B0200000000000000" pitchFamily="50" charset="-127"/>
                <a:ea typeface="Noto Sans KR" panose="020B0200000000000000" pitchFamily="50" charset="-127"/>
              </a:rPr>
              <a:t>UI </a:t>
            </a:r>
            <a:r>
              <a:rPr lang="ko-KR" altLang="en-US" sz="1200" b="1">
                <a:latin typeface="Noto Sans KR" panose="020B0200000000000000" pitchFamily="50" charset="-127"/>
                <a:ea typeface="Noto Sans KR" panose="020B0200000000000000" pitchFamily="50" charset="-127"/>
              </a:rPr>
              <a:t>개선</a:t>
            </a:r>
            <a:endParaRPr lang="en-US" altLang="ko-KR" sz="12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xmlns="" id="{F8919F8D-3F6A-47D2-8D65-CA93AE84A104}"/>
              </a:ext>
            </a:extLst>
          </p:cNvPr>
          <p:cNvSpPr/>
          <p:nvPr/>
        </p:nvSpPr>
        <p:spPr>
          <a:xfrm>
            <a:off x="5915972" y="4644433"/>
            <a:ext cx="4367650" cy="3217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배포</a:t>
            </a:r>
            <a:r>
              <a:rPr lang="en-US" altLang="ko-KR" sz="1200" b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200" b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발표 준비</a:t>
            </a:r>
            <a:endParaRPr lang="en-US" altLang="ko-KR" sz="12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xmlns="" id="{BF41A6BD-0B2B-48B5-B6CD-3805D274D8D8}"/>
              </a:ext>
            </a:extLst>
          </p:cNvPr>
          <p:cNvSpPr txBox="1"/>
          <p:nvPr/>
        </p:nvSpPr>
        <p:spPr>
          <a:xfrm>
            <a:off x="8513746" y="1066347"/>
            <a:ext cx="3678254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latinLnBrk="0"/>
            <a:r>
              <a:rPr lang="ko-KR" altLang="en-US" sz="1600" b="1">
                <a:solidFill>
                  <a:srgbClr val="23303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기간 </a:t>
            </a:r>
            <a:r>
              <a:rPr lang="en-US" altLang="ko-KR" sz="1600" b="1">
                <a:solidFill>
                  <a:srgbClr val="23303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2026.07~2026.09</a:t>
            </a:r>
            <a:endParaRPr lang="ko-KR" altLang="en-US" sz="1600" b="1">
              <a:solidFill>
                <a:srgbClr val="23303E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311413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그래픽 190">
            <a:extLst>
              <a:ext uri="{FF2B5EF4-FFF2-40B4-BE49-F238E27FC236}">
                <a16:creationId xmlns:a16="http://schemas.microsoft.com/office/drawing/2014/main" xmlns="" id="{B5967736-A99C-BBBF-FEBF-FDFE9F35EF9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xmlns="" id="{B671D4D4-5D7A-4315-8F08-293925B8B1BA}"/>
              </a:ext>
            </a:extLst>
          </p:cNvPr>
          <p:cNvSpPr txBox="1"/>
          <p:nvPr/>
        </p:nvSpPr>
        <p:spPr>
          <a:xfrm>
            <a:off x="1076694" y="332656"/>
            <a:ext cx="690102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defRPr/>
            </a:pPr>
            <a:r>
              <a:rPr lang="ko-KR" altLang="en-US" sz="2800" b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설계</a:t>
            </a:r>
            <a:endParaRPr lang="en-US" altLang="ko-KR" sz="2800" b="1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atinLnBrk="0">
              <a:defRPr/>
            </a:pPr>
            <a:r>
              <a:rPr lang="ko-KR" altLang="en-US" sz="1600" b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구조</a:t>
            </a:r>
            <a:endParaRPr lang="ko-KR" altLang="en-US" sz="2800" b="1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9" name="타원 68">
            <a:extLst>
              <a:ext uri="{FF2B5EF4-FFF2-40B4-BE49-F238E27FC236}">
                <a16:creationId xmlns:a16="http://schemas.microsoft.com/office/drawing/2014/main" xmlns="" id="{9335FBE7-7948-49CB-A400-4210EF31A78D}"/>
              </a:ext>
            </a:extLst>
          </p:cNvPr>
          <p:cNvSpPr/>
          <p:nvPr/>
        </p:nvSpPr>
        <p:spPr>
          <a:xfrm>
            <a:off x="293510" y="216809"/>
            <a:ext cx="831202" cy="885964"/>
          </a:xfrm>
          <a:prstGeom prst="ellipse">
            <a:avLst/>
          </a:prstGeom>
          <a:solidFill>
            <a:srgbClr val="337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>
                <a:latin typeface="Noto Sans KR" panose="020B0200000000000000" pitchFamily="50" charset="-127"/>
                <a:ea typeface="Noto Sans KR" panose="020B0200000000000000" pitchFamily="50" charset="-127"/>
              </a:rPr>
              <a:t>02</a:t>
            </a:r>
            <a:endParaRPr lang="ko-KR" altLang="en-US" sz="24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34" name="Picture 2">
            <a:extLst>
              <a:ext uri="{FF2B5EF4-FFF2-40B4-BE49-F238E27FC236}">
                <a16:creationId xmlns:a16="http://schemas.microsoft.com/office/drawing/2014/main" xmlns="" id="{1F37E014-CAA0-4C0E-A4FC-ECA5EFD364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703512" y="1304764"/>
            <a:ext cx="8875528" cy="5374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36385846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67">
            <a:extLst>
              <a:ext uri="{FF2B5EF4-FFF2-40B4-BE49-F238E27FC236}">
                <a16:creationId xmlns:a16="http://schemas.microsoft.com/office/drawing/2014/main" xmlns="" id="{B671D4D4-5D7A-4315-8F08-293925B8B1BA}"/>
              </a:ext>
            </a:extLst>
          </p:cNvPr>
          <p:cNvSpPr txBox="1"/>
          <p:nvPr/>
        </p:nvSpPr>
        <p:spPr>
          <a:xfrm>
            <a:off x="1076694" y="332656"/>
            <a:ext cx="690102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defRPr/>
            </a:pPr>
            <a:r>
              <a:rPr lang="ko-KR" altLang="en-US" sz="2800" b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설계</a:t>
            </a:r>
            <a:endParaRPr lang="en-US" altLang="ko-KR" sz="2800" b="1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atinLnBrk="0">
              <a:defRPr/>
            </a:pPr>
            <a:r>
              <a:rPr lang="en-US" altLang="ko-KR" sz="1600" b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DB </a:t>
            </a:r>
            <a:r>
              <a:rPr lang="ko-KR" altLang="en-US" sz="1600" b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설계</a:t>
            </a:r>
            <a:endParaRPr lang="ko-KR" altLang="en-US" sz="2800" b="1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9" name="타원 68">
            <a:extLst>
              <a:ext uri="{FF2B5EF4-FFF2-40B4-BE49-F238E27FC236}">
                <a16:creationId xmlns:a16="http://schemas.microsoft.com/office/drawing/2014/main" xmlns="" id="{9335FBE7-7948-49CB-A400-4210EF31A78D}"/>
              </a:ext>
            </a:extLst>
          </p:cNvPr>
          <p:cNvSpPr/>
          <p:nvPr/>
        </p:nvSpPr>
        <p:spPr>
          <a:xfrm>
            <a:off x="293510" y="216809"/>
            <a:ext cx="831202" cy="885964"/>
          </a:xfrm>
          <a:prstGeom prst="ellipse">
            <a:avLst/>
          </a:prstGeom>
          <a:solidFill>
            <a:srgbClr val="337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>
                <a:latin typeface="Noto Sans KR" panose="020B0200000000000000" pitchFamily="50" charset="-127"/>
                <a:ea typeface="Noto Sans KR" panose="020B0200000000000000" pitchFamily="50" charset="-127"/>
              </a:rPr>
              <a:t>02</a:t>
            </a:r>
            <a:endParaRPr lang="ko-KR" altLang="en-US" sz="24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Rounded Rectangle 106">
            <a:extLst>
              <a:ext uri="{FF2B5EF4-FFF2-40B4-BE49-F238E27FC236}">
                <a16:creationId xmlns:a16="http://schemas.microsoft.com/office/drawing/2014/main" xmlns="" id="{A4F46B46-5DC6-4523-94AF-5C21D4C8603A}"/>
              </a:ext>
            </a:extLst>
          </p:cNvPr>
          <p:cNvSpPr/>
          <p:nvPr/>
        </p:nvSpPr>
        <p:spPr>
          <a:xfrm>
            <a:off x="5123892" y="3593644"/>
            <a:ext cx="182880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7F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 latinLnBrk="0"/>
            <a:r>
              <a:rPr sz="1200" b="1">
                <a:solidFill>
                  <a:srgbClr val="1D4A77"/>
                </a:solidFill>
                <a:latin typeface="Noto Sans KR" panose="020B0200000000000000" pitchFamily="50" charset="-127"/>
              </a:rPr>
              <a:t>member</a:t>
            </a:r>
          </a:p>
          <a:p>
            <a:pPr algn="ctr" latinLnBrk="0"/>
            <a:r>
              <a:rPr sz="850" err="1">
                <a:solidFill>
                  <a:srgbClr val="525E6B"/>
                </a:solidFill>
                <a:latin typeface="Noto Sans KR" panose="020B0200000000000000" pitchFamily="50" charset="-127"/>
              </a:rPr>
              <a:t>회원</a:t>
            </a:r>
            <a:r>
              <a:rPr sz="850">
                <a:solidFill>
                  <a:srgbClr val="525E6B"/>
                </a:solidFill>
                <a:latin typeface="Noto Sans KR" panose="020B0200000000000000" pitchFamily="50" charset="-127"/>
              </a:rPr>
              <a:t>/</a:t>
            </a:r>
            <a:r>
              <a:rPr sz="850" err="1">
                <a:solidFill>
                  <a:srgbClr val="525E6B"/>
                </a:solidFill>
                <a:latin typeface="Noto Sans KR" panose="020B0200000000000000" pitchFamily="50" charset="-127"/>
              </a:rPr>
              <a:t>인증</a:t>
            </a:r>
            <a:r>
              <a:rPr sz="850">
                <a:solidFill>
                  <a:srgbClr val="525E6B"/>
                </a:solidFill>
                <a:latin typeface="Noto Sans KR" panose="020B0200000000000000" pitchFamily="50" charset="-127"/>
              </a:rPr>
              <a:t> </a:t>
            </a:r>
            <a:r>
              <a:rPr sz="850" err="1">
                <a:solidFill>
                  <a:srgbClr val="525E6B"/>
                </a:solidFill>
                <a:latin typeface="Noto Sans KR" panose="020B0200000000000000" pitchFamily="50" charset="-127"/>
              </a:rPr>
              <a:t>기준</a:t>
            </a:r>
            <a:endParaRPr sz="850">
              <a:solidFill>
                <a:srgbClr val="525E6B"/>
              </a:solidFill>
              <a:latin typeface="Noto Sans KR" panose="020B0200000000000000" pitchFamily="50" charset="-127"/>
            </a:endParaRPr>
          </a:p>
        </p:txBody>
      </p:sp>
      <p:sp>
        <p:nvSpPr>
          <p:cNvPr id="7" name="Rounded Rectangle 107">
            <a:extLst>
              <a:ext uri="{FF2B5EF4-FFF2-40B4-BE49-F238E27FC236}">
                <a16:creationId xmlns:a16="http://schemas.microsoft.com/office/drawing/2014/main" xmlns="" id="{94BCA1AB-AC67-4126-916F-B123B2692764}"/>
              </a:ext>
            </a:extLst>
          </p:cNvPr>
          <p:cNvSpPr/>
          <p:nvPr/>
        </p:nvSpPr>
        <p:spPr>
          <a:xfrm>
            <a:off x="1117660" y="2429130"/>
            <a:ext cx="2971800" cy="1234440"/>
          </a:xfrm>
          <a:prstGeom prst="roundRect">
            <a:avLst/>
          </a:prstGeom>
          <a:solidFill>
            <a:srgbClr val="E8F2FC"/>
          </a:solidFill>
          <a:ln w="12700">
            <a:solidFill>
              <a:srgbClr val="D2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>
              <a:latin typeface="Noto Sans KR" panose="020B0200000000000000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42275684-971D-424E-8841-06F9ABB61410}"/>
              </a:ext>
            </a:extLst>
          </p:cNvPr>
          <p:cNvSpPr txBox="1"/>
          <p:nvPr/>
        </p:nvSpPr>
        <p:spPr>
          <a:xfrm>
            <a:off x="1282252" y="2612010"/>
            <a:ext cx="2651760" cy="26776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latinLnBrk="0"/>
            <a:r>
              <a:rPr sz="1500" b="1" err="1">
                <a:solidFill>
                  <a:srgbClr val="1D4A77"/>
                </a:solidFill>
                <a:latin typeface="Noto Sans KR" panose="020B0200000000000000" pitchFamily="50" charset="-127"/>
              </a:rPr>
              <a:t>도서</a:t>
            </a:r>
            <a:r>
              <a:rPr sz="1500" b="1">
                <a:solidFill>
                  <a:srgbClr val="1D4A77"/>
                </a:solidFill>
                <a:latin typeface="Noto Sans KR" panose="020B0200000000000000" pitchFamily="50" charset="-127"/>
              </a:rPr>
              <a:t> </a:t>
            </a:r>
            <a:r>
              <a:rPr sz="1500" b="1" err="1">
                <a:solidFill>
                  <a:srgbClr val="1D4A77"/>
                </a:solidFill>
                <a:latin typeface="Noto Sans KR" panose="020B0200000000000000" pitchFamily="50" charset="-127"/>
              </a:rPr>
              <a:t>도메인</a:t>
            </a:r>
            <a:endParaRPr sz="1500" b="1">
              <a:solidFill>
                <a:srgbClr val="1D4A77"/>
              </a:solidFill>
              <a:latin typeface="Noto Sans KR" panose="020B0200000000000000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A3B239B7-EE02-4A41-BDD9-4BA27ABFEA4F}"/>
              </a:ext>
            </a:extLst>
          </p:cNvPr>
          <p:cNvSpPr txBox="1"/>
          <p:nvPr/>
        </p:nvSpPr>
        <p:spPr>
          <a:xfrm>
            <a:off x="1318828" y="2996058"/>
            <a:ext cx="2587752" cy="52168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latinLnBrk="0">
              <a:spcAft>
                <a:spcPts val="400"/>
              </a:spcAft>
            </a:pPr>
            <a:r>
              <a:rPr sz="1050" b="0">
                <a:solidFill>
                  <a:srgbClr val="282828"/>
                </a:solidFill>
                <a:latin typeface="Noto Sans KR" panose="020B0200000000000000" pitchFamily="50" charset="-127"/>
              </a:rPr>
              <a:t>• book: </a:t>
            </a:r>
            <a:r>
              <a:rPr sz="1050" b="0" err="1">
                <a:solidFill>
                  <a:srgbClr val="282828"/>
                </a:solidFill>
                <a:latin typeface="Noto Sans KR" panose="020B0200000000000000" pitchFamily="50" charset="-127"/>
              </a:rPr>
              <a:t>도서</a:t>
            </a:r>
            <a:r>
              <a:rPr sz="1050" b="0">
                <a:solidFill>
                  <a:srgbClr val="282828"/>
                </a:solidFill>
                <a:latin typeface="Noto Sans KR" panose="020B0200000000000000" pitchFamily="50" charset="-127"/>
              </a:rPr>
              <a:t> </a:t>
            </a:r>
            <a:r>
              <a:rPr sz="1050" b="0" err="1">
                <a:solidFill>
                  <a:srgbClr val="282828"/>
                </a:solidFill>
                <a:latin typeface="Noto Sans KR" panose="020B0200000000000000" pitchFamily="50" charset="-127"/>
              </a:rPr>
              <a:t>정보·재고</a:t>
            </a:r>
            <a:r>
              <a:rPr>
                <a:latin typeface="Noto Sans KR" panose="020B0200000000000000" pitchFamily="50" charset="-127"/>
              </a:rPr>
              <a:t/>
            </a:r>
            <a:br>
              <a:rPr>
                <a:latin typeface="Noto Sans KR" panose="020B0200000000000000" pitchFamily="50" charset="-127"/>
              </a:rPr>
            </a:br>
            <a:r>
              <a:rPr sz="1050" b="0">
                <a:solidFill>
                  <a:srgbClr val="282828"/>
                </a:solidFill>
                <a:latin typeface="Noto Sans KR" panose="020B0200000000000000" pitchFamily="50" charset="-127"/>
              </a:rPr>
              <a:t>• </a:t>
            </a:r>
            <a:r>
              <a:rPr sz="1050" b="0" err="1">
                <a:solidFill>
                  <a:srgbClr val="282828"/>
                </a:solidFill>
                <a:latin typeface="Noto Sans KR" panose="020B0200000000000000" pitchFamily="50" charset="-127"/>
              </a:rPr>
              <a:t>favorite_book</a:t>
            </a:r>
            <a:r>
              <a:rPr sz="1050" b="0">
                <a:solidFill>
                  <a:srgbClr val="282828"/>
                </a:solidFill>
                <a:latin typeface="Noto Sans KR" panose="020B0200000000000000" pitchFamily="50" charset="-127"/>
              </a:rPr>
              <a:t>: </a:t>
            </a:r>
            <a:r>
              <a:rPr sz="1050" b="0" err="1">
                <a:solidFill>
                  <a:srgbClr val="282828"/>
                </a:solidFill>
                <a:latin typeface="Noto Sans KR" panose="020B0200000000000000" pitchFamily="50" charset="-127"/>
              </a:rPr>
              <a:t>관심</a:t>
            </a:r>
            <a:r>
              <a:rPr sz="1050" b="0">
                <a:solidFill>
                  <a:srgbClr val="282828"/>
                </a:solidFill>
                <a:latin typeface="Noto Sans KR" panose="020B0200000000000000" pitchFamily="50" charset="-127"/>
              </a:rPr>
              <a:t> </a:t>
            </a:r>
            <a:r>
              <a:rPr sz="1050" b="0" err="1">
                <a:solidFill>
                  <a:srgbClr val="282828"/>
                </a:solidFill>
                <a:latin typeface="Noto Sans KR" panose="020B0200000000000000" pitchFamily="50" charset="-127"/>
              </a:rPr>
              <a:t>도서</a:t>
            </a:r>
            <a:r>
              <a:rPr>
                <a:latin typeface="Noto Sans KR" panose="020B0200000000000000" pitchFamily="50" charset="-127"/>
              </a:rPr>
              <a:t/>
            </a:r>
            <a:br>
              <a:rPr>
                <a:latin typeface="Noto Sans KR" panose="020B0200000000000000" pitchFamily="50" charset="-127"/>
              </a:rPr>
            </a:br>
            <a:r>
              <a:rPr sz="1050" b="0">
                <a:solidFill>
                  <a:srgbClr val="282828"/>
                </a:solidFill>
                <a:latin typeface="Noto Sans KR" panose="020B0200000000000000" pitchFamily="50" charset="-127"/>
              </a:rPr>
              <a:t>• </a:t>
            </a:r>
            <a:r>
              <a:rPr sz="1050" b="0" err="1">
                <a:solidFill>
                  <a:srgbClr val="282828"/>
                </a:solidFill>
                <a:latin typeface="Noto Sans KR" panose="020B0200000000000000" pitchFamily="50" charset="-127"/>
              </a:rPr>
              <a:t>도서</a:t>
            </a:r>
            <a:r>
              <a:rPr sz="1050" b="0">
                <a:solidFill>
                  <a:srgbClr val="282828"/>
                </a:solidFill>
                <a:latin typeface="Noto Sans KR" panose="020B0200000000000000" pitchFamily="50" charset="-127"/>
              </a:rPr>
              <a:t> </a:t>
            </a:r>
            <a:r>
              <a:rPr sz="1050" b="0" err="1">
                <a:solidFill>
                  <a:srgbClr val="282828"/>
                </a:solidFill>
                <a:latin typeface="Noto Sans KR" panose="020B0200000000000000" pitchFamily="50" charset="-127"/>
              </a:rPr>
              <a:t>조회·상세</a:t>
            </a:r>
            <a:r>
              <a:rPr sz="1050" b="0">
                <a:solidFill>
                  <a:srgbClr val="282828"/>
                </a:solidFill>
                <a:latin typeface="Noto Sans KR" panose="020B0200000000000000" pitchFamily="50" charset="-127"/>
              </a:rPr>
              <a:t> </a:t>
            </a:r>
            <a:r>
              <a:rPr sz="1050" b="0" err="1">
                <a:solidFill>
                  <a:srgbClr val="282828"/>
                </a:solidFill>
                <a:latin typeface="Noto Sans KR" panose="020B0200000000000000" pitchFamily="50" charset="-127"/>
              </a:rPr>
              <a:t>기능</a:t>
            </a:r>
            <a:r>
              <a:rPr sz="1050" b="0">
                <a:solidFill>
                  <a:srgbClr val="282828"/>
                </a:solidFill>
                <a:latin typeface="Noto Sans KR" panose="020B0200000000000000" pitchFamily="50" charset="-127"/>
              </a:rPr>
              <a:t> </a:t>
            </a:r>
            <a:r>
              <a:rPr sz="1050" b="0" err="1">
                <a:solidFill>
                  <a:srgbClr val="282828"/>
                </a:solidFill>
                <a:latin typeface="Noto Sans KR" panose="020B0200000000000000" pitchFamily="50" charset="-127"/>
              </a:rPr>
              <a:t>기반</a:t>
            </a:r>
            <a:endParaRPr sz="1050" b="0">
              <a:solidFill>
                <a:srgbClr val="282828"/>
              </a:solidFill>
              <a:latin typeface="Noto Sans KR" panose="020B0200000000000000" pitchFamily="50" charset="-127"/>
            </a:endParaRPr>
          </a:p>
        </p:txBody>
      </p:sp>
      <p:sp>
        <p:nvSpPr>
          <p:cNvPr id="11" name="Rounded Rectangle 111">
            <a:extLst>
              <a:ext uri="{FF2B5EF4-FFF2-40B4-BE49-F238E27FC236}">
                <a16:creationId xmlns:a16="http://schemas.microsoft.com/office/drawing/2014/main" xmlns="" id="{203F68A4-EDED-4CA3-8BA4-4FDED93C615A}"/>
              </a:ext>
            </a:extLst>
          </p:cNvPr>
          <p:cNvSpPr/>
          <p:nvPr/>
        </p:nvSpPr>
        <p:spPr>
          <a:xfrm>
            <a:off x="1123834" y="4233724"/>
            <a:ext cx="2971800" cy="1234440"/>
          </a:xfrm>
          <a:prstGeom prst="roundRect">
            <a:avLst/>
          </a:prstGeom>
          <a:solidFill>
            <a:srgbClr val="FFE77F"/>
          </a:solidFill>
          <a:ln w="12700">
            <a:solidFill>
              <a:srgbClr val="D2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>
              <a:latin typeface="Noto Sans KR" panose="020B0200000000000000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A82DE68D-E16D-4BF9-BEE4-25972C4F4037}"/>
              </a:ext>
            </a:extLst>
          </p:cNvPr>
          <p:cNvSpPr txBox="1"/>
          <p:nvPr/>
        </p:nvSpPr>
        <p:spPr>
          <a:xfrm>
            <a:off x="1267849" y="4409969"/>
            <a:ext cx="2651760" cy="26776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latinLnBrk="0"/>
            <a:r>
              <a:rPr sz="1500" b="1" err="1">
                <a:solidFill>
                  <a:srgbClr val="C38C00"/>
                </a:solidFill>
                <a:latin typeface="Noto Sans KR" panose="020B0200000000000000" pitchFamily="50" charset="-127"/>
              </a:rPr>
              <a:t>주문·결제</a:t>
            </a:r>
            <a:r>
              <a:rPr sz="1500" b="1">
                <a:solidFill>
                  <a:srgbClr val="C38C00"/>
                </a:solidFill>
                <a:latin typeface="Noto Sans KR" panose="020B0200000000000000" pitchFamily="50" charset="-127"/>
              </a:rPr>
              <a:t> </a:t>
            </a:r>
            <a:r>
              <a:rPr sz="1500" b="1" err="1">
                <a:solidFill>
                  <a:srgbClr val="C38C00"/>
                </a:solidFill>
                <a:latin typeface="Noto Sans KR" panose="020B0200000000000000" pitchFamily="50" charset="-127"/>
              </a:rPr>
              <a:t>도메인</a:t>
            </a:r>
            <a:endParaRPr sz="1500" b="1">
              <a:solidFill>
                <a:srgbClr val="C38C00"/>
              </a:solidFill>
              <a:latin typeface="Noto Sans KR" panose="020B0200000000000000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D281486D-262E-473F-9EE9-58A5F63ADD32}"/>
              </a:ext>
            </a:extLst>
          </p:cNvPr>
          <p:cNvSpPr txBox="1"/>
          <p:nvPr/>
        </p:nvSpPr>
        <p:spPr>
          <a:xfrm>
            <a:off x="1304425" y="4794017"/>
            <a:ext cx="2587752" cy="52168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latinLnBrk="0">
              <a:spcAft>
                <a:spcPts val="400"/>
              </a:spcAft>
            </a:pPr>
            <a:r>
              <a:rPr sz="1050" b="0">
                <a:solidFill>
                  <a:srgbClr val="282828"/>
                </a:solidFill>
                <a:latin typeface="Noto Sans KR" panose="020B0200000000000000" pitchFamily="50" charset="-127"/>
              </a:rPr>
              <a:t>• cart / </a:t>
            </a:r>
            <a:r>
              <a:rPr sz="1050" b="0" err="1">
                <a:solidFill>
                  <a:srgbClr val="282828"/>
                </a:solidFill>
                <a:latin typeface="Noto Sans KR" panose="020B0200000000000000" pitchFamily="50" charset="-127"/>
              </a:rPr>
              <a:t>cart_item</a:t>
            </a:r>
            <a:r>
              <a:rPr sz="1050" b="0">
                <a:solidFill>
                  <a:srgbClr val="282828"/>
                </a:solidFill>
                <a:latin typeface="Noto Sans KR" panose="020B0200000000000000" pitchFamily="50" charset="-127"/>
              </a:rPr>
              <a:t>: </a:t>
            </a:r>
            <a:r>
              <a:rPr sz="1050" b="0" err="1">
                <a:solidFill>
                  <a:srgbClr val="282828"/>
                </a:solidFill>
                <a:latin typeface="Noto Sans KR" panose="020B0200000000000000" pitchFamily="50" charset="-127"/>
              </a:rPr>
              <a:t>장바구니</a:t>
            </a:r>
            <a:r>
              <a:rPr>
                <a:latin typeface="Noto Sans KR" panose="020B0200000000000000" pitchFamily="50" charset="-127"/>
              </a:rPr>
              <a:t/>
            </a:r>
            <a:br>
              <a:rPr>
                <a:latin typeface="Noto Sans KR" panose="020B0200000000000000" pitchFamily="50" charset="-127"/>
              </a:rPr>
            </a:br>
            <a:r>
              <a:rPr sz="1050" b="0">
                <a:solidFill>
                  <a:srgbClr val="282828"/>
                </a:solidFill>
                <a:latin typeface="Noto Sans KR" panose="020B0200000000000000" pitchFamily="50" charset="-127"/>
              </a:rPr>
              <a:t>• </a:t>
            </a:r>
            <a:r>
              <a:rPr sz="1050" b="0" err="1">
                <a:solidFill>
                  <a:srgbClr val="282828"/>
                </a:solidFill>
                <a:latin typeface="Noto Sans KR" panose="020B0200000000000000" pitchFamily="50" charset="-127"/>
              </a:rPr>
              <a:t>book_order</a:t>
            </a:r>
            <a:r>
              <a:rPr sz="1050" b="0">
                <a:solidFill>
                  <a:srgbClr val="282828"/>
                </a:solidFill>
                <a:latin typeface="Noto Sans KR" panose="020B0200000000000000" pitchFamily="50" charset="-127"/>
              </a:rPr>
              <a:t>: </a:t>
            </a:r>
            <a:r>
              <a:rPr sz="1050" b="0" err="1">
                <a:solidFill>
                  <a:srgbClr val="282828"/>
                </a:solidFill>
                <a:latin typeface="Noto Sans KR" panose="020B0200000000000000" pitchFamily="50" charset="-127"/>
              </a:rPr>
              <a:t>주문</a:t>
            </a:r>
            <a:r>
              <a:rPr sz="1050" b="0">
                <a:solidFill>
                  <a:srgbClr val="282828"/>
                </a:solidFill>
                <a:latin typeface="Noto Sans KR" panose="020B0200000000000000" pitchFamily="50" charset="-127"/>
              </a:rPr>
              <a:t> </a:t>
            </a:r>
            <a:r>
              <a:rPr sz="1050" b="0" err="1">
                <a:solidFill>
                  <a:srgbClr val="282828"/>
                </a:solidFill>
                <a:latin typeface="Noto Sans KR" panose="020B0200000000000000" pitchFamily="50" charset="-127"/>
              </a:rPr>
              <a:t>상태</a:t>
            </a:r>
            <a:r>
              <a:rPr>
                <a:latin typeface="Noto Sans KR" panose="020B0200000000000000" pitchFamily="50" charset="-127"/>
              </a:rPr>
              <a:t/>
            </a:r>
            <a:br>
              <a:rPr>
                <a:latin typeface="Noto Sans KR" panose="020B0200000000000000" pitchFamily="50" charset="-127"/>
              </a:rPr>
            </a:br>
            <a:r>
              <a:rPr sz="1050" b="0">
                <a:solidFill>
                  <a:srgbClr val="282828"/>
                </a:solidFill>
                <a:latin typeface="Noto Sans KR" panose="020B0200000000000000" pitchFamily="50" charset="-127"/>
              </a:rPr>
              <a:t>• payment / refund: </a:t>
            </a:r>
            <a:r>
              <a:rPr sz="1050" b="0" err="1">
                <a:solidFill>
                  <a:srgbClr val="282828"/>
                </a:solidFill>
                <a:latin typeface="Noto Sans KR" panose="020B0200000000000000" pitchFamily="50" charset="-127"/>
              </a:rPr>
              <a:t>결제·환불</a:t>
            </a:r>
            <a:r>
              <a:rPr sz="1050" b="0">
                <a:solidFill>
                  <a:srgbClr val="282828"/>
                </a:solidFill>
                <a:latin typeface="Noto Sans KR" panose="020B0200000000000000" pitchFamily="50" charset="-127"/>
              </a:rPr>
              <a:t> </a:t>
            </a:r>
            <a:r>
              <a:rPr sz="1050" b="0" err="1">
                <a:solidFill>
                  <a:srgbClr val="282828"/>
                </a:solidFill>
                <a:latin typeface="Noto Sans KR" panose="020B0200000000000000" pitchFamily="50" charset="-127"/>
              </a:rPr>
              <a:t>이력</a:t>
            </a:r>
            <a:endParaRPr sz="1050" b="0">
              <a:solidFill>
                <a:srgbClr val="282828"/>
              </a:solidFill>
              <a:latin typeface="Noto Sans KR" panose="020B0200000000000000" pitchFamily="50" charset="-127"/>
            </a:endParaRPr>
          </a:p>
        </p:txBody>
      </p:sp>
      <p:sp>
        <p:nvSpPr>
          <p:cNvPr id="15" name="Rounded Rectangle 115">
            <a:extLst>
              <a:ext uri="{FF2B5EF4-FFF2-40B4-BE49-F238E27FC236}">
                <a16:creationId xmlns:a16="http://schemas.microsoft.com/office/drawing/2014/main" xmlns="" id="{058C3FC8-9BDC-4F0F-8DFF-8BFF35C29779}"/>
              </a:ext>
            </a:extLst>
          </p:cNvPr>
          <p:cNvSpPr/>
          <p:nvPr/>
        </p:nvSpPr>
        <p:spPr>
          <a:xfrm>
            <a:off x="7867011" y="2429130"/>
            <a:ext cx="3154680" cy="1234440"/>
          </a:xfrm>
          <a:prstGeom prst="roundRect">
            <a:avLst/>
          </a:prstGeom>
          <a:solidFill>
            <a:srgbClr val="E8F2FC"/>
          </a:solidFill>
          <a:ln w="12700">
            <a:solidFill>
              <a:srgbClr val="D2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>
              <a:latin typeface="Noto Sans KR" panose="020B0200000000000000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2B42B834-E130-47EB-BD6A-E4E14F077EF1}"/>
              </a:ext>
            </a:extLst>
          </p:cNvPr>
          <p:cNvSpPr txBox="1"/>
          <p:nvPr/>
        </p:nvSpPr>
        <p:spPr>
          <a:xfrm>
            <a:off x="8031602" y="2612010"/>
            <a:ext cx="2834640" cy="26776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latinLnBrk="0"/>
            <a:r>
              <a:rPr sz="1500" b="1" err="1">
                <a:solidFill>
                  <a:srgbClr val="1D4A77"/>
                </a:solidFill>
                <a:latin typeface="Noto Sans KR" panose="020B0200000000000000" pitchFamily="50" charset="-127"/>
              </a:rPr>
              <a:t>공연</a:t>
            </a:r>
            <a:r>
              <a:rPr sz="1500" b="1">
                <a:solidFill>
                  <a:srgbClr val="1D4A77"/>
                </a:solidFill>
                <a:latin typeface="Noto Sans KR" panose="020B0200000000000000" pitchFamily="50" charset="-127"/>
              </a:rPr>
              <a:t> </a:t>
            </a:r>
            <a:r>
              <a:rPr sz="1500" b="1" err="1">
                <a:solidFill>
                  <a:srgbClr val="1D4A77"/>
                </a:solidFill>
                <a:latin typeface="Noto Sans KR" panose="020B0200000000000000" pitchFamily="50" charset="-127"/>
              </a:rPr>
              <a:t>도메인</a:t>
            </a:r>
            <a:endParaRPr sz="1500" b="1">
              <a:solidFill>
                <a:srgbClr val="1D4A77"/>
              </a:solidFill>
              <a:latin typeface="Noto Sans KR" panose="020B0200000000000000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C2A87653-C305-4FEA-95A2-C54F55FC796E}"/>
              </a:ext>
            </a:extLst>
          </p:cNvPr>
          <p:cNvSpPr txBox="1"/>
          <p:nvPr/>
        </p:nvSpPr>
        <p:spPr>
          <a:xfrm>
            <a:off x="8068179" y="2996058"/>
            <a:ext cx="2770632" cy="52168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latinLnBrk="0">
              <a:spcAft>
                <a:spcPts val="400"/>
              </a:spcAft>
            </a:pPr>
            <a:r>
              <a:rPr sz="1050" b="0">
                <a:solidFill>
                  <a:srgbClr val="282828"/>
                </a:solidFill>
                <a:latin typeface="Noto Sans KR" panose="020B0200000000000000" pitchFamily="50" charset="-127"/>
              </a:rPr>
              <a:t>• performance: </a:t>
            </a:r>
            <a:r>
              <a:rPr sz="1050" b="0" err="1">
                <a:solidFill>
                  <a:srgbClr val="282828"/>
                </a:solidFill>
                <a:latin typeface="Noto Sans KR" panose="020B0200000000000000" pitchFamily="50" charset="-127"/>
              </a:rPr>
              <a:t>공연</a:t>
            </a:r>
            <a:r>
              <a:rPr sz="1050" b="0">
                <a:solidFill>
                  <a:srgbClr val="282828"/>
                </a:solidFill>
                <a:latin typeface="Noto Sans KR" panose="020B0200000000000000" pitchFamily="50" charset="-127"/>
              </a:rPr>
              <a:t> </a:t>
            </a:r>
            <a:r>
              <a:rPr sz="1050" b="0" err="1">
                <a:solidFill>
                  <a:srgbClr val="282828"/>
                </a:solidFill>
                <a:latin typeface="Noto Sans KR" panose="020B0200000000000000" pitchFamily="50" charset="-127"/>
              </a:rPr>
              <a:t>정보</a:t>
            </a:r>
            <a:r>
              <a:rPr>
                <a:latin typeface="Noto Sans KR" panose="020B0200000000000000" pitchFamily="50" charset="-127"/>
              </a:rPr>
              <a:t/>
            </a:r>
            <a:br>
              <a:rPr>
                <a:latin typeface="Noto Sans KR" panose="020B0200000000000000" pitchFamily="50" charset="-127"/>
              </a:rPr>
            </a:br>
            <a:r>
              <a:rPr sz="1050" b="0">
                <a:solidFill>
                  <a:srgbClr val="282828"/>
                </a:solidFill>
                <a:latin typeface="Noto Sans KR" panose="020B0200000000000000" pitchFamily="50" charset="-127"/>
              </a:rPr>
              <a:t>• </a:t>
            </a:r>
            <a:r>
              <a:rPr sz="1050" b="0" err="1">
                <a:solidFill>
                  <a:srgbClr val="282828"/>
                </a:solidFill>
                <a:latin typeface="Noto Sans KR" panose="020B0200000000000000" pitchFamily="50" charset="-127"/>
              </a:rPr>
              <a:t>performance_schedules</a:t>
            </a:r>
            <a:r>
              <a:rPr sz="1050" b="0">
                <a:solidFill>
                  <a:srgbClr val="282828"/>
                </a:solidFill>
                <a:latin typeface="Noto Sans KR" panose="020B0200000000000000" pitchFamily="50" charset="-127"/>
              </a:rPr>
              <a:t>: </a:t>
            </a:r>
            <a:r>
              <a:rPr sz="1050" b="0" err="1">
                <a:solidFill>
                  <a:srgbClr val="282828"/>
                </a:solidFill>
                <a:latin typeface="Noto Sans KR" panose="020B0200000000000000" pitchFamily="50" charset="-127"/>
              </a:rPr>
              <a:t>회차</a:t>
            </a:r>
            <a:r>
              <a:rPr>
                <a:latin typeface="Noto Sans KR" panose="020B0200000000000000" pitchFamily="50" charset="-127"/>
              </a:rPr>
              <a:t/>
            </a:r>
            <a:br>
              <a:rPr>
                <a:latin typeface="Noto Sans KR" panose="020B0200000000000000" pitchFamily="50" charset="-127"/>
              </a:rPr>
            </a:br>
            <a:r>
              <a:rPr sz="1050" b="0">
                <a:solidFill>
                  <a:srgbClr val="282828"/>
                </a:solidFill>
                <a:latin typeface="Noto Sans KR" panose="020B0200000000000000" pitchFamily="50" charset="-127"/>
              </a:rPr>
              <a:t>• </a:t>
            </a:r>
            <a:r>
              <a:rPr sz="1050" b="0" err="1">
                <a:solidFill>
                  <a:srgbClr val="282828"/>
                </a:solidFill>
                <a:latin typeface="Noto Sans KR" panose="020B0200000000000000" pitchFamily="50" charset="-127"/>
              </a:rPr>
              <a:t>performance_reviews</a:t>
            </a:r>
            <a:r>
              <a:rPr sz="1050" b="0">
                <a:solidFill>
                  <a:srgbClr val="282828"/>
                </a:solidFill>
                <a:latin typeface="Noto Sans KR" panose="020B0200000000000000" pitchFamily="50" charset="-127"/>
              </a:rPr>
              <a:t>: </a:t>
            </a:r>
            <a:r>
              <a:rPr sz="1050" b="0" err="1">
                <a:solidFill>
                  <a:srgbClr val="282828"/>
                </a:solidFill>
                <a:latin typeface="Noto Sans KR" panose="020B0200000000000000" pitchFamily="50" charset="-127"/>
              </a:rPr>
              <a:t>리뷰</a:t>
            </a:r>
            <a:endParaRPr sz="1050" b="0">
              <a:solidFill>
                <a:srgbClr val="282828"/>
              </a:solidFill>
              <a:latin typeface="Noto Sans KR" panose="020B0200000000000000" pitchFamily="50" charset="-127"/>
            </a:endParaRPr>
          </a:p>
        </p:txBody>
      </p:sp>
      <p:sp>
        <p:nvSpPr>
          <p:cNvPr id="19" name="Rounded Rectangle 119">
            <a:extLst>
              <a:ext uri="{FF2B5EF4-FFF2-40B4-BE49-F238E27FC236}">
                <a16:creationId xmlns:a16="http://schemas.microsoft.com/office/drawing/2014/main" xmlns="" id="{72061556-B90B-49F0-A20A-FFAE12485E81}"/>
              </a:ext>
            </a:extLst>
          </p:cNvPr>
          <p:cNvSpPr/>
          <p:nvPr/>
        </p:nvSpPr>
        <p:spPr>
          <a:xfrm>
            <a:off x="7867011" y="4233724"/>
            <a:ext cx="3154680" cy="1234440"/>
          </a:xfrm>
          <a:prstGeom prst="roundRect">
            <a:avLst/>
          </a:prstGeom>
          <a:solidFill>
            <a:srgbClr val="ECF8ED"/>
          </a:solidFill>
          <a:ln w="12700">
            <a:solidFill>
              <a:srgbClr val="D2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>
              <a:latin typeface="Noto Sans KR" panose="020B0200000000000000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643241C2-8F1B-4ACF-8937-89A8C0A518BF}"/>
              </a:ext>
            </a:extLst>
          </p:cNvPr>
          <p:cNvSpPr txBox="1"/>
          <p:nvPr/>
        </p:nvSpPr>
        <p:spPr>
          <a:xfrm>
            <a:off x="8031602" y="4416604"/>
            <a:ext cx="2834640" cy="26776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latinLnBrk="0"/>
            <a:r>
              <a:rPr sz="1500" b="1" err="1">
                <a:solidFill>
                  <a:srgbClr val="3E8447"/>
                </a:solidFill>
                <a:latin typeface="Noto Sans KR" panose="020B0200000000000000" pitchFamily="50" charset="-127"/>
              </a:rPr>
              <a:t>예매·좌석</a:t>
            </a:r>
            <a:r>
              <a:rPr sz="1500" b="1">
                <a:solidFill>
                  <a:srgbClr val="3E8447"/>
                </a:solidFill>
                <a:latin typeface="Noto Sans KR" panose="020B0200000000000000" pitchFamily="50" charset="-127"/>
              </a:rPr>
              <a:t> </a:t>
            </a:r>
            <a:r>
              <a:rPr sz="1500" b="1" err="1">
                <a:solidFill>
                  <a:srgbClr val="3E8447"/>
                </a:solidFill>
                <a:latin typeface="Noto Sans KR" panose="020B0200000000000000" pitchFamily="50" charset="-127"/>
              </a:rPr>
              <a:t>도메인</a:t>
            </a:r>
            <a:endParaRPr sz="1500" b="1">
              <a:solidFill>
                <a:srgbClr val="3E8447"/>
              </a:solidFill>
              <a:latin typeface="Noto Sans KR" panose="020B0200000000000000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CBDF910D-888B-4A51-B5F6-7F64AAF15446}"/>
              </a:ext>
            </a:extLst>
          </p:cNvPr>
          <p:cNvSpPr txBox="1"/>
          <p:nvPr/>
        </p:nvSpPr>
        <p:spPr>
          <a:xfrm>
            <a:off x="8068179" y="4800652"/>
            <a:ext cx="2770632" cy="52168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latinLnBrk="0">
              <a:spcAft>
                <a:spcPts val="400"/>
              </a:spcAft>
            </a:pPr>
            <a:r>
              <a:rPr sz="1050" b="0">
                <a:solidFill>
                  <a:srgbClr val="282828"/>
                </a:solidFill>
                <a:latin typeface="Noto Sans KR" panose="020B0200000000000000" pitchFamily="50" charset="-127"/>
              </a:rPr>
              <a:t>• seats: </a:t>
            </a:r>
            <a:r>
              <a:rPr sz="1050" b="0" err="1">
                <a:solidFill>
                  <a:srgbClr val="282828"/>
                </a:solidFill>
                <a:latin typeface="Noto Sans KR" panose="020B0200000000000000" pitchFamily="50" charset="-127"/>
              </a:rPr>
              <a:t>회차별</a:t>
            </a:r>
            <a:r>
              <a:rPr sz="1050" b="0">
                <a:solidFill>
                  <a:srgbClr val="282828"/>
                </a:solidFill>
                <a:latin typeface="Noto Sans KR" panose="020B0200000000000000" pitchFamily="50" charset="-127"/>
              </a:rPr>
              <a:t> </a:t>
            </a:r>
            <a:r>
              <a:rPr sz="1050" b="0" err="1">
                <a:solidFill>
                  <a:srgbClr val="282828"/>
                </a:solidFill>
                <a:latin typeface="Noto Sans KR" panose="020B0200000000000000" pitchFamily="50" charset="-127"/>
              </a:rPr>
              <a:t>좌석</a:t>
            </a:r>
            <a:r>
              <a:rPr>
                <a:latin typeface="Noto Sans KR" panose="020B0200000000000000" pitchFamily="50" charset="-127"/>
              </a:rPr>
              <a:t/>
            </a:r>
            <a:br>
              <a:rPr>
                <a:latin typeface="Noto Sans KR" panose="020B0200000000000000" pitchFamily="50" charset="-127"/>
              </a:rPr>
            </a:br>
            <a:r>
              <a:rPr sz="1050" b="0">
                <a:solidFill>
                  <a:srgbClr val="282828"/>
                </a:solidFill>
                <a:latin typeface="Noto Sans KR" panose="020B0200000000000000" pitchFamily="50" charset="-127"/>
              </a:rPr>
              <a:t>• reservations: </a:t>
            </a:r>
            <a:r>
              <a:rPr sz="1050" b="0" err="1">
                <a:solidFill>
                  <a:srgbClr val="282828"/>
                </a:solidFill>
                <a:latin typeface="Noto Sans KR" panose="020B0200000000000000" pitchFamily="50" charset="-127"/>
              </a:rPr>
              <a:t>예매</a:t>
            </a:r>
            <a:r>
              <a:rPr sz="1050" b="0">
                <a:solidFill>
                  <a:srgbClr val="282828"/>
                </a:solidFill>
                <a:latin typeface="Noto Sans KR" panose="020B0200000000000000" pitchFamily="50" charset="-127"/>
              </a:rPr>
              <a:t> </a:t>
            </a:r>
            <a:r>
              <a:rPr sz="1050" b="0" err="1">
                <a:solidFill>
                  <a:srgbClr val="282828"/>
                </a:solidFill>
                <a:latin typeface="Noto Sans KR" panose="020B0200000000000000" pitchFamily="50" charset="-127"/>
              </a:rPr>
              <a:t>정보</a:t>
            </a:r>
            <a:r>
              <a:rPr>
                <a:latin typeface="Noto Sans KR" panose="020B0200000000000000" pitchFamily="50" charset="-127"/>
              </a:rPr>
              <a:t/>
            </a:r>
            <a:br>
              <a:rPr>
                <a:latin typeface="Noto Sans KR" panose="020B0200000000000000" pitchFamily="50" charset="-127"/>
              </a:rPr>
            </a:br>
            <a:r>
              <a:rPr sz="1050" b="0">
                <a:solidFill>
                  <a:srgbClr val="282828"/>
                </a:solidFill>
                <a:latin typeface="Noto Sans KR" panose="020B0200000000000000" pitchFamily="50" charset="-127"/>
              </a:rPr>
              <a:t>• </a:t>
            </a:r>
            <a:r>
              <a:rPr sz="1050" b="0" err="1">
                <a:solidFill>
                  <a:srgbClr val="282828"/>
                </a:solidFill>
                <a:latin typeface="Noto Sans KR" panose="020B0200000000000000" pitchFamily="50" charset="-127"/>
              </a:rPr>
              <a:t>performance_cart_item</a:t>
            </a:r>
            <a:r>
              <a:rPr sz="1050" b="0">
                <a:solidFill>
                  <a:srgbClr val="282828"/>
                </a:solidFill>
                <a:latin typeface="Noto Sans KR" panose="020B0200000000000000" pitchFamily="50" charset="-127"/>
              </a:rPr>
              <a:t>: </a:t>
            </a:r>
            <a:r>
              <a:rPr sz="1050" b="0" err="1">
                <a:solidFill>
                  <a:srgbClr val="282828"/>
                </a:solidFill>
                <a:latin typeface="Noto Sans KR" panose="020B0200000000000000" pitchFamily="50" charset="-127"/>
              </a:rPr>
              <a:t>예매</a:t>
            </a:r>
            <a:r>
              <a:rPr sz="1050" b="0">
                <a:solidFill>
                  <a:srgbClr val="282828"/>
                </a:solidFill>
                <a:latin typeface="Noto Sans KR" panose="020B0200000000000000" pitchFamily="50" charset="-127"/>
              </a:rPr>
              <a:t> 전 </a:t>
            </a:r>
            <a:r>
              <a:rPr sz="1050" b="0" err="1">
                <a:solidFill>
                  <a:srgbClr val="282828"/>
                </a:solidFill>
                <a:latin typeface="Noto Sans KR" panose="020B0200000000000000" pitchFamily="50" charset="-127"/>
              </a:rPr>
              <a:t>선택</a:t>
            </a:r>
            <a:endParaRPr sz="1050" b="0">
              <a:solidFill>
                <a:srgbClr val="282828"/>
              </a:solidFill>
              <a:latin typeface="Noto Sans KR" panose="020B0200000000000000" pitchFamily="50" charset="-127"/>
            </a:endParaRPr>
          </a:p>
        </p:txBody>
      </p:sp>
      <p:cxnSp>
        <p:nvCxnSpPr>
          <p:cNvPr id="23" name="Connector 123">
            <a:extLst>
              <a:ext uri="{FF2B5EF4-FFF2-40B4-BE49-F238E27FC236}">
                <a16:creationId xmlns:a16="http://schemas.microsoft.com/office/drawing/2014/main" xmlns="" id="{6D65B3F2-2E20-4B3A-956E-1916103A681C}"/>
              </a:ext>
            </a:extLst>
          </p:cNvPr>
          <p:cNvCxnSpPr>
            <a:cxnSpLocks/>
            <a:stCxn id="6" idx="1"/>
            <a:endCxn id="7" idx="3"/>
          </p:cNvCxnSpPr>
          <p:nvPr/>
        </p:nvCxnSpPr>
        <p:spPr>
          <a:xfrm flipH="1" flipV="1">
            <a:off x="4089460" y="3046350"/>
            <a:ext cx="1034432" cy="867334"/>
          </a:xfrm>
          <a:prstGeom prst="line">
            <a:avLst/>
          </a:prstGeom>
          <a:ln w="19050">
            <a:solidFill>
              <a:srgbClr val="AA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124">
            <a:extLst>
              <a:ext uri="{FF2B5EF4-FFF2-40B4-BE49-F238E27FC236}">
                <a16:creationId xmlns:a16="http://schemas.microsoft.com/office/drawing/2014/main" xmlns="" id="{C42A36DC-C912-4902-8A97-CA5C3B0050D0}"/>
              </a:ext>
            </a:extLst>
          </p:cNvPr>
          <p:cNvCxnSpPr>
            <a:cxnSpLocks/>
            <a:stCxn id="6" idx="1"/>
            <a:endCxn id="11" idx="3"/>
          </p:cNvCxnSpPr>
          <p:nvPr/>
        </p:nvCxnSpPr>
        <p:spPr>
          <a:xfrm flipH="1">
            <a:off x="4095634" y="3913684"/>
            <a:ext cx="1028258" cy="937260"/>
          </a:xfrm>
          <a:prstGeom prst="line">
            <a:avLst/>
          </a:prstGeom>
          <a:ln w="19050">
            <a:solidFill>
              <a:srgbClr val="AA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125">
            <a:extLst>
              <a:ext uri="{FF2B5EF4-FFF2-40B4-BE49-F238E27FC236}">
                <a16:creationId xmlns:a16="http://schemas.microsoft.com/office/drawing/2014/main" xmlns="" id="{F9DD48A8-1868-465F-9F55-97F0A975DE36}"/>
              </a:ext>
            </a:extLst>
          </p:cNvPr>
          <p:cNvCxnSpPr>
            <a:cxnSpLocks/>
            <a:stCxn id="6" idx="3"/>
            <a:endCxn id="15" idx="1"/>
          </p:cNvCxnSpPr>
          <p:nvPr/>
        </p:nvCxnSpPr>
        <p:spPr>
          <a:xfrm flipV="1">
            <a:off x="6952692" y="3046350"/>
            <a:ext cx="914319" cy="867334"/>
          </a:xfrm>
          <a:prstGeom prst="line">
            <a:avLst/>
          </a:prstGeom>
          <a:ln w="19050">
            <a:solidFill>
              <a:srgbClr val="AA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126">
            <a:extLst>
              <a:ext uri="{FF2B5EF4-FFF2-40B4-BE49-F238E27FC236}">
                <a16:creationId xmlns:a16="http://schemas.microsoft.com/office/drawing/2014/main" xmlns="" id="{1666AE33-926B-4EDF-A49D-C6BA38BA2D36}"/>
              </a:ext>
            </a:extLst>
          </p:cNvPr>
          <p:cNvCxnSpPr>
            <a:cxnSpLocks/>
            <a:stCxn id="6" idx="3"/>
            <a:endCxn id="19" idx="1"/>
          </p:cNvCxnSpPr>
          <p:nvPr/>
        </p:nvCxnSpPr>
        <p:spPr>
          <a:xfrm>
            <a:off x="6952692" y="3913684"/>
            <a:ext cx="914319" cy="937260"/>
          </a:xfrm>
          <a:prstGeom prst="line">
            <a:avLst/>
          </a:prstGeom>
          <a:ln w="19050">
            <a:solidFill>
              <a:srgbClr val="AA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9">
            <a:extLst>
              <a:ext uri="{FF2B5EF4-FFF2-40B4-BE49-F238E27FC236}">
                <a16:creationId xmlns:a16="http://schemas.microsoft.com/office/drawing/2014/main" xmlns="" id="{90F9F0E0-5F4E-4107-ABE4-C44F4EF2669D}"/>
              </a:ext>
            </a:extLst>
          </p:cNvPr>
          <p:cNvSpPr/>
          <p:nvPr/>
        </p:nvSpPr>
        <p:spPr>
          <a:xfrm>
            <a:off x="725502" y="1391464"/>
            <a:ext cx="11109960" cy="384048"/>
          </a:xfrm>
          <a:prstGeom prst="roundRect">
            <a:avLst/>
          </a:prstGeom>
          <a:solidFill>
            <a:srgbClr val="2F7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endParaRPr>
              <a:latin typeface="Noto Sans KR" panose="020B0200000000000000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FC79512C-48F1-40F6-9340-2801A6C9C668}"/>
              </a:ext>
            </a:extLst>
          </p:cNvPr>
          <p:cNvSpPr txBox="1"/>
          <p:nvPr/>
        </p:nvSpPr>
        <p:spPr>
          <a:xfrm>
            <a:off x="947428" y="1410799"/>
            <a:ext cx="1078898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ko-KR" altLang="en-US" sz="15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도서 구매와 공연 예매라는 서로 다른 흐름을 회원</a:t>
            </a:r>
            <a:r>
              <a:rPr lang="en-US" altLang="ko-KR" sz="15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5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결제 구조로 연결하여 통합 서비스 형태로 설계</a:t>
            </a:r>
          </a:p>
        </p:txBody>
      </p:sp>
    </p:spTree>
    <p:extLst>
      <p:ext uri="{BB962C8B-B14F-4D97-AF65-F5344CB8AC3E}">
        <p14:creationId xmlns:p14="http://schemas.microsoft.com/office/powerpoint/2010/main" xmlns="" val="26603379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그래픽 190">
            <a:extLst>
              <a:ext uri="{FF2B5EF4-FFF2-40B4-BE49-F238E27FC236}">
                <a16:creationId xmlns:a16="http://schemas.microsoft.com/office/drawing/2014/main" xmlns="" id="{B5967736-A99C-BBBF-FEBF-FDFE9F35EF9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5" name="Rounded Rectangle 104">
            <a:extLst>
              <a:ext uri="{FF2B5EF4-FFF2-40B4-BE49-F238E27FC236}">
                <a16:creationId xmlns:a16="http://schemas.microsoft.com/office/drawing/2014/main" xmlns="" id="{05BEDE85-AE33-4A0C-90C3-BEDBEF39B098}"/>
              </a:ext>
            </a:extLst>
          </p:cNvPr>
          <p:cNvSpPr/>
          <p:nvPr/>
        </p:nvSpPr>
        <p:spPr>
          <a:xfrm>
            <a:off x="682115" y="2135029"/>
            <a:ext cx="11054301" cy="4210295"/>
          </a:xfrm>
          <a:prstGeom prst="roundRect">
            <a:avLst/>
          </a:prstGeom>
          <a:solidFill>
            <a:srgbClr val="F8FBFF"/>
          </a:solidFill>
          <a:ln w="15240">
            <a:solidFill>
              <a:srgbClr val="DA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>
              <a:latin typeface="Noto Sans KR" panose="020B0200000000000000" pitchFamily="50" charset="-127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xmlns="" id="{B671D4D4-5D7A-4315-8F08-293925B8B1BA}"/>
              </a:ext>
            </a:extLst>
          </p:cNvPr>
          <p:cNvSpPr txBox="1"/>
          <p:nvPr/>
        </p:nvSpPr>
        <p:spPr>
          <a:xfrm>
            <a:off x="1076694" y="332656"/>
            <a:ext cx="690102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defRPr/>
            </a:pPr>
            <a:r>
              <a:rPr lang="ko-KR" altLang="en-US" sz="2800" b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설계</a:t>
            </a:r>
            <a:endParaRPr lang="en-US" altLang="ko-KR" sz="2800" b="1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atinLnBrk="0">
              <a:defRPr/>
            </a:pPr>
            <a:r>
              <a:rPr lang="en-US" altLang="ko-KR" sz="1600" b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DB </a:t>
            </a:r>
            <a:r>
              <a:rPr lang="ko-KR" altLang="en-US" sz="1600" b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설계 ① 회원</a:t>
            </a:r>
            <a:r>
              <a:rPr lang="en-US" altLang="ko-KR" sz="1600" b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600" b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공통 영역 </a:t>
            </a:r>
            <a:endParaRPr lang="ko-KR" altLang="en-US" sz="2800" b="1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9" name="타원 68">
            <a:extLst>
              <a:ext uri="{FF2B5EF4-FFF2-40B4-BE49-F238E27FC236}">
                <a16:creationId xmlns:a16="http://schemas.microsoft.com/office/drawing/2014/main" xmlns="" id="{9335FBE7-7948-49CB-A400-4210EF31A78D}"/>
              </a:ext>
            </a:extLst>
          </p:cNvPr>
          <p:cNvSpPr/>
          <p:nvPr/>
        </p:nvSpPr>
        <p:spPr>
          <a:xfrm>
            <a:off x="293510" y="216809"/>
            <a:ext cx="831202" cy="885964"/>
          </a:xfrm>
          <a:prstGeom prst="ellipse">
            <a:avLst/>
          </a:prstGeom>
          <a:solidFill>
            <a:srgbClr val="337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>
                <a:latin typeface="Noto Sans KR" panose="020B0200000000000000" pitchFamily="50" charset="-127"/>
                <a:ea typeface="Noto Sans KR" panose="020B0200000000000000" pitchFamily="50" charset="-127"/>
              </a:rPr>
              <a:t>02</a:t>
            </a:r>
            <a:endParaRPr lang="ko-KR" altLang="en-US" sz="24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0" name="Rounded Rectangle 9">
            <a:extLst>
              <a:ext uri="{FF2B5EF4-FFF2-40B4-BE49-F238E27FC236}">
                <a16:creationId xmlns:a16="http://schemas.microsoft.com/office/drawing/2014/main" xmlns="" id="{E248A548-E209-44E4-B0F1-BF0775B65872}"/>
              </a:ext>
            </a:extLst>
          </p:cNvPr>
          <p:cNvSpPr/>
          <p:nvPr/>
        </p:nvSpPr>
        <p:spPr>
          <a:xfrm>
            <a:off x="725502" y="1645469"/>
            <a:ext cx="11109960" cy="384048"/>
          </a:xfrm>
          <a:prstGeom prst="roundRect">
            <a:avLst/>
          </a:prstGeom>
          <a:solidFill>
            <a:srgbClr val="2F7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endParaRPr>
              <a:latin typeface="Noto Sans KR" panose="020B0200000000000000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B1A80272-AD35-4138-8EE6-DDD1D413E637}"/>
              </a:ext>
            </a:extLst>
          </p:cNvPr>
          <p:cNvSpPr txBox="1"/>
          <p:nvPr/>
        </p:nvSpPr>
        <p:spPr>
          <a:xfrm>
            <a:off x="947428" y="1664804"/>
            <a:ext cx="1078898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ko-KR" altLang="en-US" sz="15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회원 정보를 기준으로 관심 도서</a:t>
            </a:r>
            <a:r>
              <a:rPr lang="en-US" altLang="ko-KR" sz="15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5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최근 본 도서</a:t>
            </a:r>
            <a:r>
              <a:rPr lang="en-US" altLang="ko-KR" sz="15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5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리뷰</a:t>
            </a:r>
            <a:r>
              <a:rPr lang="en-US" altLang="ko-KR" sz="15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50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배송지</a:t>
            </a:r>
            <a:r>
              <a:rPr lang="ko-KR" altLang="en-US" sz="15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등 사용자 활동 및 부가 정보를 분리하여 관리</a:t>
            </a:r>
          </a:p>
        </p:txBody>
      </p:sp>
      <p:sp>
        <p:nvSpPr>
          <p:cNvPr id="32" name="Rounded Rectangle 106">
            <a:extLst>
              <a:ext uri="{FF2B5EF4-FFF2-40B4-BE49-F238E27FC236}">
                <a16:creationId xmlns:a16="http://schemas.microsoft.com/office/drawing/2014/main" xmlns="" id="{17ECA43D-E101-4F02-9CAB-9C173FE4553E}"/>
              </a:ext>
            </a:extLst>
          </p:cNvPr>
          <p:cNvSpPr/>
          <p:nvPr/>
        </p:nvSpPr>
        <p:spPr>
          <a:xfrm>
            <a:off x="983169" y="2527136"/>
            <a:ext cx="3840480" cy="566928"/>
          </a:xfrm>
          <a:prstGeom prst="roundRect">
            <a:avLst/>
          </a:prstGeom>
          <a:solidFill>
            <a:srgbClr val="ECF5FF"/>
          </a:solidFill>
          <a:ln>
            <a:solidFill>
              <a:srgbClr val="CF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rtlCol="0" anchor="ctr"/>
          <a:lstStyle/>
          <a:p>
            <a:pPr algn="ctr" latinLnBrk="0"/>
            <a:r>
              <a:rPr sz="1100" b="1">
                <a:solidFill>
                  <a:srgbClr val="2D7ECA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member</a:t>
            </a:r>
            <a:r>
              <a:rPr sz="1100">
                <a:solidFill>
                  <a:srgbClr val="2B344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</a:t>
            </a:r>
            <a:r>
              <a:rPr lang="ko-KR" altLang="en-US" sz="1100">
                <a:solidFill>
                  <a:srgbClr val="2B344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회원 정보 및 인증 기준</a:t>
            </a:r>
            <a:endParaRPr sz="1100">
              <a:solidFill>
                <a:srgbClr val="2B344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33" name="Connector 107">
            <a:extLst>
              <a:ext uri="{FF2B5EF4-FFF2-40B4-BE49-F238E27FC236}">
                <a16:creationId xmlns:a16="http://schemas.microsoft.com/office/drawing/2014/main" xmlns="" id="{D7C533DC-0224-40FE-BFD3-61E972F84F3F}"/>
              </a:ext>
            </a:extLst>
          </p:cNvPr>
          <p:cNvCxnSpPr/>
          <p:nvPr/>
        </p:nvCxnSpPr>
        <p:spPr>
          <a:xfrm>
            <a:off x="2903409" y="3094064"/>
            <a:ext cx="0" cy="182880"/>
          </a:xfrm>
          <a:prstGeom prst="line">
            <a:avLst/>
          </a:prstGeom>
          <a:ln w="17780">
            <a:solidFill>
              <a:srgbClr val="2D7E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108">
            <a:extLst>
              <a:ext uri="{FF2B5EF4-FFF2-40B4-BE49-F238E27FC236}">
                <a16:creationId xmlns:a16="http://schemas.microsoft.com/office/drawing/2014/main" xmlns="" id="{9B965957-476A-40CB-8748-B2F145113FFE}"/>
              </a:ext>
            </a:extLst>
          </p:cNvPr>
          <p:cNvSpPr/>
          <p:nvPr/>
        </p:nvSpPr>
        <p:spPr>
          <a:xfrm>
            <a:off x="983169" y="3276944"/>
            <a:ext cx="3840480" cy="566928"/>
          </a:xfrm>
          <a:prstGeom prst="roundRect">
            <a:avLst/>
          </a:prstGeom>
          <a:solidFill>
            <a:srgbClr val="FFF9E1"/>
          </a:solidFill>
          <a:ln>
            <a:solidFill>
              <a:srgbClr val="CF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rtlCol="0" anchor="ctr"/>
          <a:lstStyle/>
          <a:p>
            <a:pPr algn="ctr" latinLnBrk="0"/>
            <a:r>
              <a:rPr lang="en-US" sz="1100" b="1">
                <a:solidFill>
                  <a:srgbClr val="2D7ECA"/>
                </a:solidFill>
                <a:latin typeface="Noto Sans KR" panose="020B0200000000000000" pitchFamily="50" charset="-127"/>
              </a:rPr>
              <a:t>address  </a:t>
            </a:r>
            <a:r>
              <a:rPr lang="ko-KR" altLang="en-US" sz="11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회원 </a:t>
            </a:r>
            <a:r>
              <a:rPr lang="ko-KR" altLang="en-US" sz="110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배송지</a:t>
            </a:r>
            <a:r>
              <a:rPr lang="ko-KR" altLang="en-US" sz="11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정보</a:t>
            </a:r>
          </a:p>
        </p:txBody>
      </p:sp>
      <p:cxnSp>
        <p:nvCxnSpPr>
          <p:cNvPr id="35" name="Connector 109">
            <a:extLst>
              <a:ext uri="{FF2B5EF4-FFF2-40B4-BE49-F238E27FC236}">
                <a16:creationId xmlns:a16="http://schemas.microsoft.com/office/drawing/2014/main" xmlns="" id="{C4A0D9E0-8D8D-48C0-A8B0-1D032E73912F}"/>
              </a:ext>
            </a:extLst>
          </p:cNvPr>
          <p:cNvCxnSpPr/>
          <p:nvPr/>
        </p:nvCxnSpPr>
        <p:spPr>
          <a:xfrm>
            <a:off x="2903409" y="3843872"/>
            <a:ext cx="0" cy="182880"/>
          </a:xfrm>
          <a:prstGeom prst="line">
            <a:avLst/>
          </a:prstGeom>
          <a:ln w="17780">
            <a:solidFill>
              <a:srgbClr val="2D7E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110">
            <a:extLst>
              <a:ext uri="{FF2B5EF4-FFF2-40B4-BE49-F238E27FC236}">
                <a16:creationId xmlns:a16="http://schemas.microsoft.com/office/drawing/2014/main" xmlns="" id="{9100F527-3C25-42DF-911F-177B1F2F9563}"/>
              </a:ext>
            </a:extLst>
          </p:cNvPr>
          <p:cNvSpPr/>
          <p:nvPr/>
        </p:nvSpPr>
        <p:spPr>
          <a:xfrm>
            <a:off x="983169" y="4026752"/>
            <a:ext cx="3840480" cy="566928"/>
          </a:xfrm>
          <a:prstGeom prst="roundRect">
            <a:avLst/>
          </a:prstGeom>
          <a:solidFill>
            <a:srgbClr val="ECF5FF"/>
          </a:solidFill>
          <a:ln>
            <a:solidFill>
              <a:srgbClr val="CF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rtlCol="0" anchor="ctr"/>
          <a:lstStyle/>
          <a:p>
            <a:pPr algn="ctr" latinLnBrk="0"/>
            <a:r>
              <a:rPr lang="en-US" altLang="ko-KR" sz="1100" b="1" err="1">
                <a:solidFill>
                  <a:srgbClr val="2D7ECA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favorite_book</a:t>
            </a:r>
            <a:r>
              <a:rPr lang="en-US" altLang="ko-KR" sz="1100" b="1">
                <a:solidFill>
                  <a:srgbClr val="2D7ECA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</a:t>
            </a:r>
            <a:r>
              <a:rPr lang="ko-KR" altLang="en-US" sz="11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관심 도서 저장</a:t>
            </a:r>
          </a:p>
        </p:txBody>
      </p:sp>
      <p:cxnSp>
        <p:nvCxnSpPr>
          <p:cNvPr id="37" name="Connector 111">
            <a:extLst>
              <a:ext uri="{FF2B5EF4-FFF2-40B4-BE49-F238E27FC236}">
                <a16:creationId xmlns:a16="http://schemas.microsoft.com/office/drawing/2014/main" xmlns="" id="{956FBC9C-FDBE-43B6-B6B9-F54282644541}"/>
              </a:ext>
            </a:extLst>
          </p:cNvPr>
          <p:cNvCxnSpPr/>
          <p:nvPr/>
        </p:nvCxnSpPr>
        <p:spPr>
          <a:xfrm>
            <a:off x="2903409" y="4593680"/>
            <a:ext cx="0" cy="182880"/>
          </a:xfrm>
          <a:prstGeom prst="line">
            <a:avLst/>
          </a:prstGeom>
          <a:ln w="17780">
            <a:solidFill>
              <a:srgbClr val="2D7E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112">
            <a:extLst>
              <a:ext uri="{FF2B5EF4-FFF2-40B4-BE49-F238E27FC236}">
                <a16:creationId xmlns:a16="http://schemas.microsoft.com/office/drawing/2014/main" xmlns="" id="{FF6CD644-18AF-451D-ABD9-45347B0CDB33}"/>
              </a:ext>
            </a:extLst>
          </p:cNvPr>
          <p:cNvSpPr/>
          <p:nvPr/>
        </p:nvSpPr>
        <p:spPr>
          <a:xfrm>
            <a:off x="983169" y="4776560"/>
            <a:ext cx="3840480" cy="566928"/>
          </a:xfrm>
          <a:prstGeom prst="roundRect">
            <a:avLst/>
          </a:prstGeom>
          <a:solidFill>
            <a:srgbClr val="FFF9E1"/>
          </a:solidFill>
          <a:ln>
            <a:solidFill>
              <a:srgbClr val="CF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rtlCol="0" anchor="ctr"/>
          <a:lstStyle/>
          <a:p>
            <a:pPr algn="ctr" latinLnBrk="0"/>
            <a:r>
              <a:rPr lang="en-US" altLang="ko-KR" sz="1100" b="1" err="1">
                <a:solidFill>
                  <a:srgbClr val="2D7ECA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recent_book</a:t>
            </a:r>
            <a:r>
              <a:rPr lang="en-US" altLang="ko-KR" sz="1100" b="1">
                <a:solidFill>
                  <a:srgbClr val="2D7ECA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</a:t>
            </a:r>
            <a:r>
              <a:rPr lang="ko-KR" altLang="en-US" sz="11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최근 조회 도서 기록</a:t>
            </a:r>
          </a:p>
        </p:txBody>
      </p:sp>
      <p:cxnSp>
        <p:nvCxnSpPr>
          <p:cNvPr id="39" name="Connector 113">
            <a:extLst>
              <a:ext uri="{FF2B5EF4-FFF2-40B4-BE49-F238E27FC236}">
                <a16:creationId xmlns:a16="http://schemas.microsoft.com/office/drawing/2014/main" xmlns="" id="{8897F752-5A76-4D9D-8B97-816037C1436A}"/>
              </a:ext>
            </a:extLst>
          </p:cNvPr>
          <p:cNvCxnSpPr/>
          <p:nvPr/>
        </p:nvCxnSpPr>
        <p:spPr>
          <a:xfrm>
            <a:off x="2903409" y="5343488"/>
            <a:ext cx="0" cy="182880"/>
          </a:xfrm>
          <a:prstGeom prst="line">
            <a:avLst/>
          </a:prstGeom>
          <a:ln w="17780">
            <a:solidFill>
              <a:srgbClr val="2D7E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114">
            <a:extLst>
              <a:ext uri="{FF2B5EF4-FFF2-40B4-BE49-F238E27FC236}">
                <a16:creationId xmlns:a16="http://schemas.microsoft.com/office/drawing/2014/main" xmlns="" id="{C6C9E9B0-FE22-4C60-A0CE-7C9ECAEF7E02}"/>
              </a:ext>
            </a:extLst>
          </p:cNvPr>
          <p:cNvSpPr/>
          <p:nvPr/>
        </p:nvSpPr>
        <p:spPr>
          <a:xfrm>
            <a:off x="983169" y="5526368"/>
            <a:ext cx="3840480" cy="566928"/>
          </a:xfrm>
          <a:prstGeom prst="roundRect">
            <a:avLst/>
          </a:prstGeom>
          <a:solidFill>
            <a:srgbClr val="ECF5FF"/>
          </a:solidFill>
          <a:ln>
            <a:solidFill>
              <a:srgbClr val="CF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rtlCol="0" anchor="ctr"/>
          <a:lstStyle/>
          <a:p>
            <a:pPr algn="ctr" latinLnBrk="0"/>
            <a:r>
              <a:rPr lang="en-US" altLang="ko-KR" sz="1100" b="1">
                <a:solidFill>
                  <a:srgbClr val="2D7ECA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review / </a:t>
            </a:r>
            <a:r>
              <a:rPr lang="en-US" altLang="ko-KR" sz="1100" b="1" err="1">
                <a:solidFill>
                  <a:srgbClr val="2D7ECA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performance_reviews</a:t>
            </a:r>
            <a:r>
              <a:rPr lang="en-US" altLang="ko-KR" sz="1100" b="1">
                <a:solidFill>
                  <a:srgbClr val="2D7ECA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</a:t>
            </a:r>
            <a:r>
              <a:rPr lang="ko-KR" altLang="en-US" sz="11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리뷰 데이터 관리</a:t>
            </a:r>
          </a:p>
        </p:txBody>
      </p:sp>
      <p:sp>
        <p:nvSpPr>
          <p:cNvPr id="41" name="Rounded Rectangle 115">
            <a:extLst>
              <a:ext uri="{FF2B5EF4-FFF2-40B4-BE49-F238E27FC236}">
                <a16:creationId xmlns:a16="http://schemas.microsoft.com/office/drawing/2014/main" xmlns="" id="{9CFE9C95-2BFE-4018-8E5F-F03A083AE76E}"/>
              </a:ext>
            </a:extLst>
          </p:cNvPr>
          <p:cNvSpPr/>
          <p:nvPr/>
        </p:nvSpPr>
        <p:spPr>
          <a:xfrm>
            <a:off x="5823324" y="2366562"/>
            <a:ext cx="5349240" cy="372673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>
              <a:latin typeface="Noto Sans KR" panose="020B0200000000000000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xmlns="" id="{33208F55-8129-4563-B0C6-2BB6AEA6D840}"/>
              </a:ext>
            </a:extLst>
          </p:cNvPr>
          <p:cNvSpPr txBox="1"/>
          <p:nvPr/>
        </p:nvSpPr>
        <p:spPr>
          <a:xfrm>
            <a:off x="6143178" y="2457220"/>
            <a:ext cx="41589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ko-KR" altLang="en-US" sz="1100" b="1">
                <a:solidFill>
                  <a:srgbClr val="5F697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회원 </a:t>
            </a:r>
            <a:r>
              <a:rPr lang="en-US" altLang="ko-KR" sz="1100" b="1">
                <a:solidFill>
                  <a:srgbClr val="5F697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100" b="1" err="1">
                <a:solidFill>
                  <a:srgbClr val="5F697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배송지</a:t>
            </a:r>
            <a:r>
              <a:rPr lang="ko-KR" altLang="en-US" sz="1100" b="1">
                <a:solidFill>
                  <a:srgbClr val="5F697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100" b="1">
                <a:solidFill>
                  <a:srgbClr val="5F697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100" b="1">
                <a:solidFill>
                  <a:srgbClr val="5F697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관심 </a:t>
            </a:r>
            <a:r>
              <a:rPr lang="en-US" altLang="ko-KR" sz="1100" b="1">
                <a:solidFill>
                  <a:srgbClr val="5F697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100" b="1">
                <a:solidFill>
                  <a:srgbClr val="5F697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리뷰 관계</a:t>
            </a:r>
            <a:endParaRPr lang="ko-KR" altLang="en-US" sz="11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xmlns="" id="{F3A9FF38-6FC2-417C-9852-EF9A307901F8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187568" y="2781555"/>
            <a:ext cx="4600945" cy="2885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560265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그래픽 190">
            <a:extLst>
              <a:ext uri="{FF2B5EF4-FFF2-40B4-BE49-F238E27FC236}">
                <a16:creationId xmlns:a16="http://schemas.microsoft.com/office/drawing/2014/main" xmlns="" id="{B5967736-A99C-BBBF-FEBF-FDFE9F35EF9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xmlns="" id="{B671D4D4-5D7A-4315-8F08-293925B8B1BA}"/>
              </a:ext>
            </a:extLst>
          </p:cNvPr>
          <p:cNvSpPr txBox="1"/>
          <p:nvPr/>
        </p:nvSpPr>
        <p:spPr>
          <a:xfrm>
            <a:off x="1076694" y="332656"/>
            <a:ext cx="690102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defRPr/>
            </a:pPr>
            <a:r>
              <a:rPr lang="ko-KR" altLang="en-US" sz="2800" b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설계</a:t>
            </a:r>
            <a:endParaRPr lang="en-US" altLang="ko-KR" sz="2800" b="1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atinLnBrk="0">
              <a:defRPr/>
            </a:pPr>
            <a:r>
              <a:rPr lang="en-US" altLang="ko-KR" sz="1600" b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DB </a:t>
            </a:r>
            <a:r>
              <a:rPr lang="ko-KR" altLang="en-US" sz="1600" b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설계 ② 도서 구매</a:t>
            </a:r>
            <a:r>
              <a:rPr lang="en-US" altLang="ko-KR" sz="1600" b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600" b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결제 영역 </a:t>
            </a:r>
            <a:endParaRPr lang="ko-KR" altLang="en-US" sz="2800" b="1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9" name="타원 68">
            <a:extLst>
              <a:ext uri="{FF2B5EF4-FFF2-40B4-BE49-F238E27FC236}">
                <a16:creationId xmlns:a16="http://schemas.microsoft.com/office/drawing/2014/main" xmlns="" id="{9335FBE7-7948-49CB-A400-4210EF31A78D}"/>
              </a:ext>
            </a:extLst>
          </p:cNvPr>
          <p:cNvSpPr/>
          <p:nvPr/>
        </p:nvSpPr>
        <p:spPr>
          <a:xfrm>
            <a:off x="293510" y="216809"/>
            <a:ext cx="831202" cy="885964"/>
          </a:xfrm>
          <a:prstGeom prst="ellipse">
            <a:avLst/>
          </a:prstGeom>
          <a:solidFill>
            <a:srgbClr val="337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>
                <a:latin typeface="Noto Sans KR" panose="020B0200000000000000" pitchFamily="50" charset="-127"/>
                <a:ea typeface="Noto Sans KR" panose="020B0200000000000000" pitchFamily="50" charset="-127"/>
              </a:rPr>
              <a:t>02</a:t>
            </a:r>
            <a:endParaRPr lang="ko-KR" altLang="en-US" sz="24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Rounded Rectangle 9">
            <a:extLst>
              <a:ext uri="{FF2B5EF4-FFF2-40B4-BE49-F238E27FC236}">
                <a16:creationId xmlns:a16="http://schemas.microsoft.com/office/drawing/2014/main" xmlns="" id="{5E3F2F26-1207-49CF-8F74-A35646D7BD71}"/>
              </a:ext>
            </a:extLst>
          </p:cNvPr>
          <p:cNvSpPr/>
          <p:nvPr/>
        </p:nvSpPr>
        <p:spPr>
          <a:xfrm>
            <a:off x="617490" y="1486293"/>
            <a:ext cx="11109960" cy="384048"/>
          </a:xfrm>
          <a:prstGeom prst="roundRect">
            <a:avLst/>
          </a:prstGeom>
          <a:solidFill>
            <a:srgbClr val="2F7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endParaRPr>
              <a:latin typeface="Noto Sans KR" panose="020B0200000000000000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B4DC224B-34A7-4794-9355-965C80A51D2C}"/>
              </a:ext>
            </a:extLst>
          </p:cNvPr>
          <p:cNvSpPr txBox="1"/>
          <p:nvPr/>
        </p:nvSpPr>
        <p:spPr>
          <a:xfrm>
            <a:off x="839416" y="1505628"/>
            <a:ext cx="1078898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ko-KR" altLang="en-US" sz="15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도서 구매 과정에서 재고</a:t>
            </a:r>
            <a:r>
              <a:rPr lang="en-US" altLang="ko-KR" sz="15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5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주문 상태</a:t>
            </a:r>
            <a:r>
              <a:rPr lang="en-US" altLang="ko-KR" sz="15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5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결제 결과</a:t>
            </a:r>
            <a:r>
              <a:rPr lang="en-US" altLang="ko-KR" sz="15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5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환불 이력을 단계별로 관리</a:t>
            </a:r>
          </a:p>
        </p:txBody>
      </p:sp>
      <p:sp>
        <p:nvSpPr>
          <p:cNvPr id="21" name="Rounded Rectangle 104">
            <a:extLst>
              <a:ext uri="{FF2B5EF4-FFF2-40B4-BE49-F238E27FC236}">
                <a16:creationId xmlns:a16="http://schemas.microsoft.com/office/drawing/2014/main" xmlns="" id="{9C8C4D07-85AC-4068-9E52-F97035700C43}"/>
              </a:ext>
            </a:extLst>
          </p:cNvPr>
          <p:cNvSpPr/>
          <p:nvPr/>
        </p:nvSpPr>
        <p:spPr>
          <a:xfrm>
            <a:off x="637691" y="2063021"/>
            <a:ext cx="10990713" cy="4210295"/>
          </a:xfrm>
          <a:prstGeom prst="roundRect">
            <a:avLst/>
          </a:prstGeom>
          <a:solidFill>
            <a:srgbClr val="F8FBFF"/>
          </a:solidFill>
          <a:ln w="15240">
            <a:solidFill>
              <a:srgbClr val="DA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>
              <a:latin typeface="Noto Sans KR" panose="020B0200000000000000" pitchFamily="50" charset="-127"/>
            </a:endParaRPr>
          </a:p>
        </p:txBody>
      </p:sp>
      <p:sp>
        <p:nvSpPr>
          <p:cNvPr id="22" name="Rounded Rectangle 106">
            <a:extLst>
              <a:ext uri="{FF2B5EF4-FFF2-40B4-BE49-F238E27FC236}">
                <a16:creationId xmlns:a16="http://schemas.microsoft.com/office/drawing/2014/main" xmlns="" id="{7239404E-C460-4073-81EE-8672B5B930CD}"/>
              </a:ext>
            </a:extLst>
          </p:cNvPr>
          <p:cNvSpPr/>
          <p:nvPr/>
        </p:nvSpPr>
        <p:spPr>
          <a:xfrm>
            <a:off x="875157" y="2367960"/>
            <a:ext cx="3840480" cy="566928"/>
          </a:xfrm>
          <a:prstGeom prst="roundRect">
            <a:avLst/>
          </a:prstGeom>
          <a:solidFill>
            <a:srgbClr val="ECF5FF"/>
          </a:solidFill>
          <a:ln>
            <a:solidFill>
              <a:srgbClr val="CF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rtlCol="0" anchor="ctr"/>
          <a:lstStyle/>
          <a:p>
            <a:pPr algn="ctr" latinLnBrk="0"/>
            <a:r>
              <a:rPr sz="1100" b="1">
                <a:solidFill>
                  <a:srgbClr val="2D7ECA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member</a:t>
            </a:r>
            <a:r>
              <a:rPr sz="1100">
                <a:solidFill>
                  <a:srgbClr val="2B344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</a:t>
            </a:r>
            <a:r>
              <a:rPr sz="1100" err="1">
                <a:solidFill>
                  <a:srgbClr val="2B344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회원</a:t>
            </a:r>
            <a:r>
              <a:rPr sz="1100">
                <a:solidFill>
                  <a:srgbClr val="2B344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100" err="1">
                <a:solidFill>
                  <a:srgbClr val="2B344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기준</a:t>
            </a:r>
            <a:r>
              <a:rPr sz="1100">
                <a:solidFill>
                  <a:srgbClr val="2B344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100" err="1">
                <a:solidFill>
                  <a:srgbClr val="2B344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구매</a:t>
            </a:r>
            <a:r>
              <a:rPr sz="1100">
                <a:solidFill>
                  <a:srgbClr val="2B344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100" err="1">
                <a:solidFill>
                  <a:srgbClr val="2B344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요청</a:t>
            </a:r>
            <a:endParaRPr sz="1100">
              <a:solidFill>
                <a:srgbClr val="2B344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23" name="Connector 107">
            <a:extLst>
              <a:ext uri="{FF2B5EF4-FFF2-40B4-BE49-F238E27FC236}">
                <a16:creationId xmlns:a16="http://schemas.microsoft.com/office/drawing/2014/main" xmlns="" id="{DDDA3045-6F5E-45BA-8844-575B6F3F5DD8}"/>
              </a:ext>
            </a:extLst>
          </p:cNvPr>
          <p:cNvCxnSpPr/>
          <p:nvPr/>
        </p:nvCxnSpPr>
        <p:spPr>
          <a:xfrm>
            <a:off x="2795397" y="2934888"/>
            <a:ext cx="0" cy="182880"/>
          </a:xfrm>
          <a:prstGeom prst="line">
            <a:avLst/>
          </a:prstGeom>
          <a:ln w="17780">
            <a:solidFill>
              <a:srgbClr val="2D7E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108">
            <a:extLst>
              <a:ext uri="{FF2B5EF4-FFF2-40B4-BE49-F238E27FC236}">
                <a16:creationId xmlns:a16="http://schemas.microsoft.com/office/drawing/2014/main" xmlns="" id="{89382938-ADEB-4624-AECC-78D997F9574C}"/>
              </a:ext>
            </a:extLst>
          </p:cNvPr>
          <p:cNvSpPr/>
          <p:nvPr/>
        </p:nvSpPr>
        <p:spPr>
          <a:xfrm>
            <a:off x="875157" y="3117768"/>
            <a:ext cx="3840480" cy="566928"/>
          </a:xfrm>
          <a:prstGeom prst="roundRect">
            <a:avLst/>
          </a:prstGeom>
          <a:solidFill>
            <a:srgbClr val="FFF9E1"/>
          </a:solidFill>
          <a:ln>
            <a:solidFill>
              <a:srgbClr val="CF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rtlCol="0" anchor="ctr"/>
          <a:lstStyle/>
          <a:p>
            <a:pPr algn="ctr" latinLnBrk="0"/>
            <a:r>
              <a:rPr lang="en-US" altLang="ko-KR" sz="1100" b="1">
                <a:solidFill>
                  <a:srgbClr val="2D7ECA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book</a:t>
            </a:r>
            <a:r>
              <a:rPr lang="ko-KR" altLang="en-US" sz="1100">
                <a:solidFill>
                  <a:srgbClr val="2B344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도서 정보</a:t>
            </a:r>
            <a:r>
              <a:rPr lang="en-US" altLang="ko-KR" sz="1100">
                <a:solidFill>
                  <a:srgbClr val="2B344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100">
                <a:solidFill>
                  <a:srgbClr val="2B344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가격</a:t>
            </a:r>
            <a:r>
              <a:rPr lang="en-US" altLang="ko-KR" sz="1100">
                <a:solidFill>
                  <a:srgbClr val="2B344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100">
                <a:solidFill>
                  <a:srgbClr val="2B344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재고 보관</a:t>
            </a:r>
          </a:p>
        </p:txBody>
      </p:sp>
      <p:cxnSp>
        <p:nvCxnSpPr>
          <p:cNvPr id="25" name="Connector 109">
            <a:extLst>
              <a:ext uri="{FF2B5EF4-FFF2-40B4-BE49-F238E27FC236}">
                <a16:creationId xmlns:a16="http://schemas.microsoft.com/office/drawing/2014/main" xmlns="" id="{2C2C13F4-222A-49E0-A918-A693A58A9A80}"/>
              </a:ext>
            </a:extLst>
          </p:cNvPr>
          <p:cNvCxnSpPr/>
          <p:nvPr/>
        </p:nvCxnSpPr>
        <p:spPr>
          <a:xfrm>
            <a:off x="2795397" y="3684696"/>
            <a:ext cx="0" cy="182880"/>
          </a:xfrm>
          <a:prstGeom prst="line">
            <a:avLst/>
          </a:prstGeom>
          <a:ln w="17780">
            <a:solidFill>
              <a:srgbClr val="2D7E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110">
            <a:extLst>
              <a:ext uri="{FF2B5EF4-FFF2-40B4-BE49-F238E27FC236}">
                <a16:creationId xmlns:a16="http://schemas.microsoft.com/office/drawing/2014/main" xmlns="" id="{12418ED2-A0B5-462E-85E4-5902840E093E}"/>
              </a:ext>
            </a:extLst>
          </p:cNvPr>
          <p:cNvSpPr/>
          <p:nvPr/>
        </p:nvSpPr>
        <p:spPr>
          <a:xfrm>
            <a:off x="875157" y="3867576"/>
            <a:ext cx="3840480" cy="566928"/>
          </a:xfrm>
          <a:prstGeom prst="roundRect">
            <a:avLst/>
          </a:prstGeom>
          <a:solidFill>
            <a:srgbClr val="ECF5FF"/>
          </a:solidFill>
          <a:ln>
            <a:solidFill>
              <a:srgbClr val="CF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rtlCol="0" anchor="ctr"/>
          <a:lstStyle/>
          <a:p>
            <a:pPr algn="ctr" latinLnBrk="0"/>
            <a:r>
              <a:rPr lang="en-US" altLang="ko-KR" sz="1100" b="1">
                <a:solidFill>
                  <a:srgbClr val="2D7ECA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cart / </a:t>
            </a:r>
            <a:r>
              <a:rPr lang="en-US" altLang="ko-KR" sz="1100" b="1" err="1">
                <a:solidFill>
                  <a:srgbClr val="2D7ECA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cart_item</a:t>
            </a:r>
            <a:r>
              <a:rPr lang="ko-KR" altLang="en-US" sz="1100">
                <a:solidFill>
                  <a:srgbClr val="2B344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장바구니 수량 변경</a:t>
            </a:r>
            <a:r>
              <a:rPr lang="en-US" altLang="ko-KR" sz="1100">
                <a:solidFill>
                  <a:srgbClr val="2B344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100">
                <a:solidFill>
                  <a:srgbClr val="2B344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삭제</a:t>
            </a:r>
          </a:p>
        </p:txBody>
      </p:sp>
      <p:cxnSp>
        <p:nvCxnSpPr>
          <p:cNvPr id="27" name="Connector 111">
            <a:extLst>
              <a:ext uri="{FF2B5EF4-FFF2-40B4-BE49-F238E27FC236}">
                <a16:creationId xmlns:a16="http://schemas.microsoft.com/office/drawing/2014/main" xmlns="" id="{D83B6304-178D-4B45-87B3-00FEE256250B}"/>
              </a:ext>
            </a:extLst>
          </p:cNvPr>
          <p:cNvCxnSpPr/>
          <p:nvPr/>
        </p:nvCxnSpPr>
        <p:spPr>
          <a:xfrm>
            <a:off x="2795397" y="4434504"/>
            <a:ext cx="0" cy="182880"/>
          </a:xfrm>
          <a:prstGeom prst="line">
            <a:avLst/>
          </a:prstGeom>
          <a:ln w="17780">
            <a:solidFill>
              <a:srgbClr val="2D7E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112">
            <a:extLst>
              <a:ext uri="{FF2B5EF4-FFF2-40B4-BE49-F238E27FC236}">
                <a16:creationId xmlns:a16="http://schemas.microsoft.com/office/drawing/2014/main" xmlns="" id="{0CCE348E-2790-40A5-8D75-6AB4C75419B9}"/>
              </a:ext>
            </a:extLst>
          </p:cNvPr>
          <p:cNvSpPr/>
          <p:nvPr/>
        </p:nvSpPr>
        <p:spPr>
          <a:xfrm>
            <a:off x="875157" y="4617384"/>
            <a:ext cx="3840480" cy="566928"/>
          </a:xfrm>
          <a:prstGeom prst="roundRect">
            <a:avLst/>
          </a:prstGeom>
          <a:solidFill>
            <a:srgbClr val="FFF9E1"/>
          </a:solidFill>
          <a:ln>
            <a:solidFill>
              <a:srgbClr val="CF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rtlCol="0" anchor="ctr"/>
          <a:lstStyle/>
          <a:p>
            <a:pPr algn="ctr" latinLnBrk="0"/>
            <a:r>
              <a:rPr lang="en-US" altLang="ko-KR" sz="1100" b="1" err="1">
                <a:solidFill>
                  <a:srgbClr val="2D7ECA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book_order</a:t>
            </a:r>
            <a:r>
              <a:rPr lang="ko-KR" altLang="en-US" sz="1100">
                <a:solidFill>
                  <a:srgbClr val="2B344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주문 생성 및 상태 관리</a:t>
            </a:r>
          </a:p>
        </p:txBody>
      </p:sp>
      <p:cxnSp>
        <p:nvCxnSpPr>
          <p:cNvPr id="29" name="Connector 113">
            <a:extLst>
              <a:ext uri="{FF2B5EF4-FFF2-40B4-BE49-F238E27FC236}">
                <a16:creationId xmlns:a16="http://schemas.microsoft.com/office/drawing/2014/main" xmlns="" id="{E06BD987-3743-44BF-BCF8-4E6377EB1A00}"/>
              </a:ext>
            </a:extLst>
          </p:cNvPr>
          <p:cNvCxnSpPr/>
          <p:nvPr/>
        </p:nvCxnSpPr>
        <p:spPr>
          <a:xfrm>
            <a:off x="2795397" y="5184312"/>
            <a:ext cx="0" cy="182880"/>
          </a:xfrm>
          <a:prstGeom prst="line">
            <a:avLst/>
          </a:prstGeom>
          <a:ln w="17780">
            <a:solidFill>
              <a:srgbClr val="2D7E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114">
            <a:extLst>
              <a:ext uri="{FF2B5EF4-FFF2-40B4-BE49-F238E27FC236}">
                <a16:creationId xmlns:a16="http://schemas.microsoft.com/office/drawing/2014/main" xmlns="" id="{60442ED3-0A9E-4CDC-8EF4-0A74BEA32543}"/>
              </a:ext>
            </a:extLst>
          </p:cNvPr>
          <p:cNvSpPr/>
          <p:nvPr/>
        </p:nvSpPr>
        <p:spPr>
          <a:xfrm>
            <a:off x="875157" y="5367192"/>
            <a:ext cx="3840480" cy="566928"/>
          </a:xfrm>
          <a:prstGeom prst="roundRect">
            <a:avLst/>
          </a:prstGeom>
          <a:solidFill>
            <a:srgbClr val="ECF5FF"/>
          </a:solidFill>
          <a:ln>
            <a:solidFill>
              <a:srgbClr val="CF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rtlCol="0" anchor="ctr"/>
          <a:lstStyle/>
          <a:p>
            <a:pPr algn="ctr" latinLnBrk="0"/>
            <a:r>
              <a:rPr lang="en-US" altLang="ko-KR" sz="1100" b="1">
                <a:solidFill>
                  <a:srgbClr val="2D7ECA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payment / refund  </a:t>
            </a:r>
            <a:r>
              <a:rPr lang="ko-KR" altLang="en-US" sz="11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결제 결과와 환불 이력 분리</a:t>
            </a:r>
          </a:p>
        </p:txBody>
      </p:sp>
      <p:sp>
        <p:nvSpPr>
          <p:cNvPr id="45" name="Rounded Rectangle 115">
            <a:extLst>
              <a:ext uri="{FF2B5EF4-FFF2-40B4-BE49-F238E27FC236}">
                <a16:creationId xmlns:a16="http://schemas.microsoft.com/office/drawing/2014/main" xmlns="" id="{0CD1FD50-B2C7-46AD-A6B3-F84CB12C271C}"/>
              </a:ext>
            </a:extLst>
          </p:cNvPr>
          <p:cNvSpPr/>
          <p:nvPr/>
        </p:nvSpPr>
        <p:spPr>
          <a:xfrm>
            <a:off x="5643304" y="2207386"/>
            <a:ext cx="5349240" cy="372673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>
              <a:latin typeface="Noto Sans KR" panose="020B0200000000000000" pitchFamily="50" charset="-127"/>
            </a:endParaRPr>
          </a:p>
        </p:txBody>
      </p:sp>
      <p:pic>
        <p:nvPicPr>
          <p:cNvPr id="46" name="그림 45">
            <a:extLst>
              <a:ext uri="{FF2B5EF4-FFF2-40B4-BE49-F238E27FC236}">
                <a16:creationId xmlns:a16="http://schemas.microsoft.com/office/drawing/2014/main" xmlns="" id="{4CBBC31F-6D86-41BC-90EA-48B9156D3693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959249" y="2428849"/>
            <a:ext cx="2611218" cy="3389327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xmlns="" id="{5DC92DF6-A7C6-4078-AD65-D6E73E3D81AE}"/>
              </a:ext>
            </a:extLst>
          </p:cNvPr>
          <p:cNvSpPr txBox="1"/>
          <p:nvPr/>
        </p:nvSpPr>
        <p:spPr>
          <a:xfrm>
            <a:off x="5963158" y="2298044"/>
            <a:ext cx="41589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ko-KR" altLang="en-US" sz="1100" b="1">
                <a:solidFill>
                  <a:srgbClr val="5F697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도서</a:t>
            </a:r>
            <a:r>
              <a:rPr lang="en-US" altLang="ko-KR" sz="1100" b="1">
                <a:solidFill>
                  <a:srgbClr val="5F697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100" b="1">
                <a:solidFill>
                  <a:srgbClr val="5F697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결제</a:t>
            </a:r>
            <a:r>
              <a:rPr lang="en-US" altLang="ko-KR" sz="1100" b="1">
                <a:solidFill>
                  <a:srgbClr val="5F697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100" b="1">
                <a:solidFill>
                  <a:srgbClr val="5F697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환불 관계</a:t>
            </a:r>
            <a:endParaRPr lang="ko-KR" altLang="en-US" sz="11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7188014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67">
            <a:extLst>
              <a:ext uri="{FF2B5EF4-FFF2-40B4-BE49-F238E27FC236}">
                <a16:creationId xmlns:a16="http://schemas.microsoft.com/office/drawing/2014/main" xmlns="" id="{B671D4D4-5D7A-4315-8F08-293925B8B1BA}"/>
              </a:ext>
            </a:extLst>
          </p:cNvPr>
          <p:cNvSpPr txBox="1"/>
          <p:nvPr/>
        </p:nvSpPr>
        <p:spPr>
          <a:xfrm>
            <a:off x="1076694" y="332656"/>
            <a:ext cx="690102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defRPr/>
            </a:pPr>
            <a:r>
              <a:rPr lang="ko-KR" altLang="en-US" sz="2800" b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설계</a:t>
            </a:r>
            <a:endParaRPr lang="en-US" altLang="ko-KR" sz="2800" b="1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atinLnBrk="0">
              <a:defRPr/>
            </a:pPr>
            <a:r>
              <a:rPr lang="en-US" altLang="ko-KR" sz="1600" b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DB </a:t>
            </a:r>
            <a:r>
              <a:rPr lang="ko-KR" altLang="en-US" sz="1600" b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③ 공연 예매 영역 </a:t>
            </a:r>
            <a:endParaRPr lang="ko-KR" altLang="en-US" sz="2800" b="1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9" name="타원 68">
            <a:extLst>
              <a:ext uri="{FF2B5EF4-FFF2-40B4-BE49-F238E27FC236}">
                <a16:creationId xmlns:a16="http://schemas.microsoft.com/office/drawing/2014/main" xmlns="" id="{9335FBE7-7948-49CB-A400-4210EF31A78D}"/>
              </a:ext>
            </a:extLst>
          </p:cNvPr>
          <p:cNvSpPr/>
          <p:nvPr/>
        </p:nvSpPr>
        <p:spPr>
          <a:xfrm>
            <a:off x="293510" y="216809"/>
            <a:ext cx="831202" cy="885964"/>
          </a:xfrm>
          <a:prstGeom prst="ellipse">
            <a:avLst/>
          </a:prstGeom>
          <a:solidFill>
            <a:srgbClr val="337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>
                <a:latin typeface="Noto Sans KR" panose="020B0200000000000000" pitchFamily="50" charset="-127"/>
                <a:ea typeface="Noto Sans KR" panose="020B0200000000000000" pitchFamily="50" charset="-127"/>
              </a:rPr>
              <a:t>02</a:t>
            </a:r>
            <a:endParaRPr lang="ko-KR" altLang="en-US" sz="24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Rounded Rectangle 9">
            <a:extLst>
              <a:ext uri="{FF2B5EF4-FFF2-40B4-BE49-F238E27FC236}">
                <a16:creationId xmlns:a16="http://schemas.microsoft.com/office/drawing/2014/main" xmlns="" id="{5E3F2F26-1207-49CF-8F74-A35646D7BD71}"/>
              </a:ext>
            </a:extLst>
          </p:cNvPr>
          <p:cNvSpPr/>
          <p:nvPr/>
        </p:nvSpPr>
        <p:spPr>
          <a:xfrm>
            <a:off x="617490" y="1486293"/>
            <a:ext cx="11109960" cy="384048"/>
          </a:xfrm>
          <a:prstGeom prst="roundRect">
            <a:avLst/>
          </a:prstGeom>
          <a:solidFill>
            <a:srgbClr val="2F7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endParaRPr>
              <a:latin typeface="Noto Sans KR" panose="020B0200000000000000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B4DC224B-34A7-4794-9355-965C80A51D2C}"/>
              </a:ext>
            </a:extLst>
          </p:cNvPr>
          <p:cNvSpPr txBox="1"/>
          <p:nvPr/>
        </p:nvSpPr>
        <p:spPr>
          <a:xfrm>
            <a:off x="839416" y="1505628"/>
            <a:ext cx="1078898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ko-KR" altLang="en-US" sz="15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공연은 공연 정보</a:t>
            </a:r>
            <a:r>
              <a:rPr lang="en-US" altLang="ko-KR" sz="15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50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회차</a:t>
            </a:r>
            <a:r>
              <a:rPr lang="en-US" altLang="ko-KR" sz="15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5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좌석</a:t>
            </a:r>
            <a:r>
              <a:rPr lang="en-US" altLang="ko-KR" sz="15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5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예매 정보를 분리하여 관리</a:t>
            </a:r>
          </a:p>
        </p:txBody>
      </p:sp>
      <p:sp>
        <p:nvSpPr>
          <p:cNvPr id="30" name="Rounded Rectangle 104">
            <a:extLst>
              <a:ext uri="{FF2B5EF4-FFF2-40B4-BE49-F238E27FC236}">
                <a16:creationId xmlns:a16="http://schemas.microsoft.com/office/drawing/2014/main" xmlns="" id="{1462374B-C93E-4237-B20B-8EF26E4C88B8}"/>
              </a:ext>
            </a:extLst>
          </p:cNvPr>
          <p:cNvSpPr/>
          <p:nvPr/>
        </p:nvSpPr>
        <p:spPr>
          <a:xfrm>
            <a:off x="629889" y="2204864"/>
            <a:ext cx="10998515" cy="4210295"/>
          </a:xfrm>
          <a:prstGeom prst="roundRect">
            <a:avLst/>
          </a:prstGeom>
          <a:solidFill>
            <a:srgbClr val="F8FBFF"/>
          </a:solidFill>
          <a:ln w="15240">
            <a:solidFill>
              <a:srgbClr val="DA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>
              <a:latin typeface="Noto Sans KR" panose="020B0200000000000000" pitchFamily="50" charset="-127"/>
            </a:endParaRPr>
          </a:p>
        </p:txBody>
      </p:sp>
      <p:sp>
        <p:nvSpPr>
          <p:cNvPr id="31" name="Rounded Rectangle 106">
            <a:extLst>
              <a:ext uri="{FF2B5EF4-FFF2-40B4-BE49-F238E27FC236}">
                <a16:creationId xmlns:a16="http://schemas.microsoft.com/office/drawing/2014/main" xmlns="" id="{2EF8CEC2-672A-4CA4-94B6-24A8960FA48E}"/>
              </a:ext>
            </a:extLst>
          </p:cNvPr>
          <p:cNvSpPr/>
          <p:nvPr/>
        </p:nvSpPr>
        <p:spPr>
          <a:xfrm>
            <a:off x="867355" y="2473450"/>
            <a:ext cx="3840480" cy="566928"/>
          </a:xfrm>
          <a:prstGeom prst="roundRect">
            <a:avLst/>
          </a:prstGeom>
          <a:solidFill>
            <a:srgbClr val="ECF5FF"/>
          </a:solidFill>
          <a:ln>
            <a:solidFill>
              <a:srgbClr val="CF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rtlCol="0" anchor="ctr"/>
          <a:lstStyle/>
          <a:p>
            <a:pPr algn="ctr" latinLnBrk="0"/>
            <a:r>
              <a:rPr lang="en-US" altLang="ko-KR" sz="1100" b="1">
                <a:solidFill>
                  <a:srgbClr val="2D7ECA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performance  </a:t>
            </a:r>
            <a:r>
              <a:rPr lang="ko-KR" altLang="en-US" sz="11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공연 기본 정보 관리</a:t>
            </a:r>
          </a:p>
        </p:txBody>
      </p:sp>
      <p:cxnSp>
        <p:nvCxnSpPr>
          <p:cNvPr id="32" name="Connector 107">
            <a:extLst>
              <a:ext uri="{FF2B5EF4-FFF2-40B4-BE49-F238E27FC236}">
                <a16:creationId xmlns:a16="http://schemas.microsoft.com/office/drawing/2014/main" xmlns="" id="{6A2B48F1-A020-4FFD-A704-FF0A4A60F3CC}"/>
              </a:ext>
            </a:extLst>
          </p:cNvPr>
          <p:cNvCxnSpPr/>
          <p:nvPr/>
        </p:nvCxnSpPr>
        <p:spPr>
          <a:xfrm>
            <a:off x="2787595" y="3040378"/>
            <a:ext cx="0" cy="182880"/>
          </a:xfrm>
          <a:prstGeom prst="line">
            <a:avLst/>
          </a:prstGeom>
          <a:ln w="17780">
            <a:solidFill>
              <a:srgbClr val="2D7E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108">
            <a:extLst>
              <a:ext uri="{FF2B5EF4-FFF2-40B4-BE49-F238E27FC236}">
                <a16:creationId xmlns:a16="http://schemas.microsoft.com/office/drawing/2014/main" xmlns="" id="{D74628F7-572B-4AD3-89FA-D4CDB79CB88F}"/>
              </a:ext>
            </a:extLst>
          </p:cNvPr>
          <p:cNvSpPr/>
          <p:nvPr/>
        </p:nvSpPr>
        <p:spPr>
          <a:xfrm>
            <a:off x="867355" y="3223258"/>
            <a:ext cx="3840480" cy="566928"/>
          </a:xfrm>
          <a:prstGeom prst="roundRect">
            <a:avLst/>
          </a:prstGeom>
          <a:solidFill>
            <a:srgbClr val="FFF9E1"/>
          </a:solidFill>
          <a:ln>
            <a:solidFill>
              <a:srgbClr val="CF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rtlCol="0" anchor="ctr"/>
          <a:lstStyle/>
          <a:p>
            <a:pPr algn="ctr" latinLnBrk="0"/>
            <a:r>
              <a:rPr lang="en-US" sz="1100" b="1" err="1">
                <a:solidFill>
                  <a:srgbClr val="2D7ECA"/>
                </a:solidFill>
                <a:latin typeface="Noto Sans KR" panose="020B0200000000000000" pitchFamily="50" charset="-127"/>
              </a:rPr>
              <a:t>performance_schedules</a:t>
            </a:r>
            <a:r>
              <a:rPr lang="en-US" sz="1100" b="1">
                <a:solidFill>
                  <a:srgbClr val="2D7ECA"/>
                </a:solidFill>
                <a:latin typeface="Noto Sans KR" panose="020B0200000000000000" pitchFamily="50" charset="-127"/>
              </a:rPr>
              <a:t>  </a:t>
            </a:r>
            <a:r>
              <a:rPr lang="ko-KR" altLang="en-US" sz="11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공연 날짜</a:t>
            </a:r>
            <a:r>
              <a:rPr lang="en-US" altLang="ko-KR" sz="11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10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회차</a:t>
            </a:r>
            <a:r>
              <a:rPr lang="ko-KR" altLang="en-US" sz="11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정보 관리</a:t>
            </a:r>
          </a:p>
        </p:txBody>
      </p:sp>
      <p:cxnSp>
        <p:nvCxnSpPr>
          <p:cNvPr id="34" name="Connector 109">
            <a:extLst>
              <a:ext uri="{FF2B5EF4-FFF2-40B4-BE49-F238E27FC236}">
                <a16:creationId xmlns:a16="http://schemas.microsoft.com/office/drawing/2014/main" xmlns="" id="{A14C53DB-15E9-4686-8C1E-E955D412CA0B}"/>
              </a:ext>
            </a:extLst>
          </p:cNvPr>
          <p:cNvCxnSpPr/>
          <p:nvPr/>
        </p:nvCxnSpPr>
        <p:spPr>
          <a:xfrm>
            <a:off x="2787595" y="3790186"/>
            <a:ext cx="0" cy="182880"/>
          </a:xfrm>
          <a:prstGeom prst="line">
            <a:avLst/>
          </a:prstGeom>
          <a:ln w="17780">
            <a:solidFill>
              <a:srgbClr val="2D7E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110">
            <a:extLst>
              <a:ext uri="{FF2B5EF4-FFF2-40B4-BE49-F238E27FC236}">
                <a16:creationId xmlns:a16="http://schemas.microsoft.com/office/drawing/2014/main" xmlns="" id="{004361B6-773F-49E4-9488-88D916ABB701}"/>
              </a:ext>
            </a:extLst>
          </p:cNvPr>
          <p:cNvSpPr/>
          <p:nvPr/>
        </p:nvSpPr>
        <p:spPr>
          <a:xfrm>
            <a:off x="867355" y="3973066"/>
            <a:ext cx="3840480" cy="566928"/>
          </a:xfrm>
          <a:prstGeom prst="roundRect">
            <a:avLst/>
          </a:prstGeom>
          <a:solidFill>
            <a:srgbClr val="ECF5FF"/>
          </a:solidFill>
          <a:ln>
            <a:solidFill>
              <a:srgbClr val="CF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rtlCol="0" anchor="ctr"/>
          <a:lstStyle/>
          <a:p>
            <a:pPr algn="ctr" latinLnBrk="0"/>
            <a:r>
              <a:rPr lang="en-US" altLang="ko-KR" sz="1100" b="1">
                <a:solidFill>
                  <a:srgbClr val="2D7ECA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seats  </a:t>
            </a:r>
            <a:r>
              <a:rPr lang="ko-KR" altLang="en-US" sz="110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회차</a:t>
            </a:r>
            <a:r>
              <a:rPr lang="ko-KR" altLang="en-US" sz="11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별 좌석</a:t>
            </a:r>
            <a:r>
              <a:rPr lang="en-US" altLang="ko-KR" sz="11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1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가격</a:t>
            </a:r>
            <a:r>
              <a:rPr lang="en-US" altLang="ko-KR" sz="11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1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상태 관리</a:t>
            </a:r>
          </a:p>
        </p:txBody>
      </p:sp>
      <p:cxnSp>
        <p:nvCxnSpPr>
          <p:cNvPr id="36" name="Connector 111">
            <a:extLst>
              <a:ext uri="{FF2B5EF4-FFF2-40B4-BE49-F238E27FC236}">
                <a16:creationId xmlns:a16="http://schemas.microsoft.com/office/drawing/2014/main" xmlns="" id="{BF7A0E4C-126D-4D44-8E3C-43697472664F}"/>
              </a:ext>
            </a:extLst>
          </p:cNvPr>
          <p:cNvCxnSpPr/>
          <p:nvPr/>
        </p:nvCxnSpPr>
        <p:spPr>
          <a:xfrm>
            <a:off x="2787595" y="4539994"/>
            <a:ext cx="0" cy="182880"/>
          </a:xfrm>
          <a:prstGeom prst="line">
            <a:avLst/>
          </a:prstGeom>
          <a:ln w="17780">
            <a:solidFill>
              <a:srgbClr val="2D7E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112">
            <a:extLst>
              <a:ext uri="{FF2B5EF4-FFF2-40B4-BE49-F238E27FC236}">
                <a16:creationId xmlns:a16="http://schemas.microsoft.com/office/drawing/2014/main" xmlns="" id="{E0B5A4CB-3EF3-4C1A-AAC4-754E2FE71681}"/>
              </a:ext>
            </a:extLst>
          </p:cNvPr>
          <p:cNvSpPr/>
          <p:nvPr/>
        </p:nvSpPr>
        <p:spPr>
          <a:xfrm>
            <a:off x="867355" y="4722874"/>
            <a:ext cx="3840480" cy="566928"/>
          </a:xfrm>
          <a:prstGeom prst="roundRect">
            <a:avLst/>
          </a:prstGeom>
          <a:solidFill>
            <a:srgbClr val="FFF9E1"/>
          </a:solidFill>
          <a:ln>
            <a:solidFill>
              <a:srgbClr val="CF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rtlCol="0" anchor="ctr"/>
          <a:lstStyle/>
          <a:p>
            <a:pPr algn="ctr" latinLnBrk="0"/>
            <a:r>
              <a:rPr lang="en-US" altLang="ko-KR" sz="1100" b="1">
                <a:solidFill>
                  <a:srgbClr val="2D7ECA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reservations  </a:t>
            </a:r>
            <a:r>
              <a:rPr lang="ko-KR" altLang="en-US" sz="11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예매자</a:t>
            </a:r>
            <a:r>
              <a:rPr lang="en-US" altLang="ko-KR" sz="11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1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예매 상태 저장</a:t>
            </a:r>
          </a:p>
        </p:txBody>
      </p:sp>
      <p:cxnSp>
        <p:nvCxnSpPr>
          <p:cNvPr id="38" name="Connector 113">
            <a:extLst>
              <a:ext uri="{FF2B5EF4-FFF2-40B4-BE49-F238E27FC236}">
                <a16:creationId xmlns:a16="http://schemas.microsoft.com/office/drawing/2014/main" xmlns="" id="{B2E9EACE-18D1-4F93-94B7-BCE2AFDBFFA4}"/>
              </a:ext>
            </a:extLst>
          </p:cNvPr>
          <p:cNvCxnSpPr/>
          <p:nvPr/>
        </p:nvCxnSpPr>
        <p:spPr>
          <a:xfrm>
            <a:off x="2787595" y="5289802"/>
            <a:ext cx="0" cy="182880"/>
          </a:xfrm>
          <a:prstGeom prst="line">
            <a:avLst/>
          </a:prstGeom>
          <a:ln w="17780">
            <a:solidFill>
              <a:srgbClr val="2D7E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114">
            <a:extLst>
              <a:ext uri="{FF2B5EF4-FFF2-40B4-BE49-F238E27FC236}">
                <a16:creationId xmlns:a16="http://schemas.microsoft.com/office/drawing/2014/main" xmlns="" id="{19159341-04D9-4DEC-9B5E-C95D4795BC82}"/>
              </a:ext>
            </a:extLst>
          </p:cNvPr>
          <p:cNvSpPr/>
          <p:nvPr/>
        </p:nvSpPr>
        <p:spPr>
          <a:xfrm>
            <a:off x="867355" y="5472682"/>
            <a:ext cx="3840480" cy="566928"/>
          </a:xfrm>
          <a:prstGeom prst="roundRect">
            <a:avLst/>
          </a:prstGeom>
          <a:solidFill>
            <a:srgbClr val="ECF5FF"/>
          </a:solidFill>
          <a:ln>
            <a:solidFill>
              <a:srgbClr val="CF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rtlCol="0" anchor="ctr"/>
          <a:lstStyle/>
          <a:p>
            <a:pPr algn="ctr" latinLnBrk="0"/>
            <a:r>
              <a:rPr lang="en-US" altLang="ko-KR" sz="1100" b="1">
                <a:solidFill>
                  <a:srgbClr val="2D7ECA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payment  </a:t>
            </a:r>
            <a:r>
              <a:rPr lang="ko-KR" altLang="en-US" sz="11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결제 완료 후 예매 확정</a:t>
            </a:r>
          </a:p>
        </p:txBody>
      </p:sp>
      <p:sp>
        <p:nvSpPr>
          <p:cNvPr id="40" name="Rounded Rectangle 115">
            <a:extLst>
              <a:ext uri="{FF2B5EF4-FFF2-40B4-BE49-F238E27FC236}">
                <a16:creationId xmlns:a16="http://schemas.microsoft.com/office/drawing/2014/main" xmlns="" id="{6B983517-B50D-4603-8095-0EE7A7E8F832}"/>
              </a:ext>
            </a:extLst>
          </p:cNvPr>
          <p:cNvSpPr/>
          <p:nvPr/>
        </p:nvSpPr>
        <p:spPr>
          <a:xfrm>
            <a:off x="5787320" y="2312876"/>
            <a:ext cx="5349240" cy="372673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>
              <a:latin typeface="Noto Sans KR" panose="020B0200000000000000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xmlns="" id="{CA4B2CD0-7C8D-46B1-81A3-CFAA8C2F6F90}"/>
              </a:ext>
            </a:extLst>
          </p:cNvPr>
          <p:cNvSpPr txBox="1"/>
          <p:nvPr/>
        </p:nvSpPr>
        <p:spPr>
          <a:xfrm>
            <a:off x="6092992" y="2428301"/>
            <a:ext cx="41589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ko-KR" altLang="en-US" sz="1100" b="1">
                <a:solidFill>
                  <a:srgbClr val="5F697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공연</a:t>
            </a:r>
            <a:r>
              <a:rPr lang="en-US" altLang="ko-KR" sz="1100" b="1">
                <a:solidFill>
                  <a:srgbClr val="5F697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100" b="1" err="1">
                <a:solidFill>
                  <a:srgbClr val="5F697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회차</a:t>
            </a:r>
            <a:r>
              <a:rPr lang="en-US" altLang="ko-KR" sz="1100" b="1">
                <a:solidFill>
                  <a:srgbClr val="5F697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100" b="1">
                <a:solidFill>
                  <a:srgbClr val="5F697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좌석</a:t>
            </a:r>
            <a:r>
              <a:rPr lang="en-US" altLang="ko-KR" sz="1100" b="1">
                <a:solidFill>
                  <a:srgbClr val="5F697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100" b="1">
                <a:solidFill>
                  <a:srgbClr val="5F697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예매 관계</a:t>
            </a:r>
            <a:endParaRPr lang="ko-KR" altLang="en-US" sz="11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xmlns="" id="{BEF6BD01-D3E9-4AE6-A1C1-0CDC4DB45720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204012" y="2888940"/>
            <a:ext cx="4720493" cy="2911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2481022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1">
            <a:extLst>
              <a:ext uri="{FF2B5EF4-FFF2-40B4-BE49-F238E27FC236}">
                <a16:creationId xmlns:a16="http://schemas.microsoft.com/office/drawing/2014/main" xmlns="" id="{A7FD76B9-2AFB-4FCE-8A66-F1AC682FA121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378C8"/>
          </a:solidFill>
          <a:ln w="12700">
            <a:solidFill>
              <a:srgbClr val="1F68B7"/>
            </a:solidFill>
            <a:prstDash val="solid"/>
          </a:ln>
        </p:spPr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B009248F-4DD8-4AD8-8BAC-D1D16257D0A0}"/>
              </a:ext>
            </a:extLst>
          </p:cNvPr>
          <p:cNvSpPr txBox="1"/>
          <p:nvPr/>
        </p:nvSpPr>
        <p:spPr>
          <a:xfrm>
            <a:off x="983432" y="1376772"/>
            <a:ext cx="9721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b="1" u="sng">
                <a:solidFill>
                  <a:srgbClr val="3378C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03</a:t>
            </a:r>
            <a:endParaRPr lang="ko-KR" altLang="en-US" sz="4800" b="1" u="sng">
              <a:solidFill>
                <a:srgbClr val="3378C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546F5969-0EE0-452E-A423-83B96040389E}"/>
              </a:ext>
            </a:extLst>
          </p:cNvPr>
          <p:cNvSpPr txBox="1"/>
          <p:nvPr/>
        </p:nvSpPr>
        <p:spPr>
          <a:xfrm>
            <a:off x="1955540" y="1448780"/>
            <a:ext cx="45365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>
                <a:latin typeface="Noto Sans KR" panose="020B0200000000000000" pitchFamily="50" charset="-127"/>
                <a:ea typeface="Noto Sans KR" panose="020B0200000000000000" pitchFamily="50" charset="-127"/>
              </a:rPr>
              <a:t>개발 내용</a:t>
            </a:r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xmlns="" id="{975B9FF8-3E76-4773-BBCA-4A21786A847F}"/>
              </a:ext>
            </a:extLst>
          </p:cNvPr>
          <p:cNvSpPr/>
          <p:nvPr/>
        </p:nvSpPr>
        <p:spPr>
          <a:xfrm>
            <a:off x="10200456" y="6263640"/>
            <a:ext cx="863784" cy="2257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1050" b="1">
                <a:solidFill>
                  <a:srgbClr val="3378C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BOOKETING</a:t>
            </a:r>
            <a:endParaRPr lang="en-US" sz="1050">
              <a:solidFill>
                <a:srgbClr val="3378C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5803896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67">
            <a:extLst>
              <a:ext uri="{FF2B5EF4-FFF2-40B4-BE49-F238E27FC236}">
                <a16:creationId xmlns:a16="http://schemas.microsoft.com/office/drawing/2014/main" xmlns="" id="{B671D4D4-5D7A-4315-8F08-293925B8B1BA}"/>
              </a:ext>
            </a:extLst>
          </p:cNvPr>
          <p:cNvSpPr txBox="1"/>
          <p:nvPr/>
        </p:nvSpPr>
        <p:spPr>
          <a:xfrm>
            <a:off x="1076694" y="332656"/>
            <a:ext cx="690102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defRPr/>
            </a:pPr>
            <a:r>
              <a:rPr lang="ko-KR" altLang="en-US" sz="2800" b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개발 내용</a:t>
            </a:r>
            <a:endParaRPr lang="en-US" altLang="ko-KR" sz="2800" b="1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atinLnBrk="0">
              <a:defRPr/>
            </a:pPr>
            <a:r>
              <a:rPr lang="ko-KR" altLang="en-US" sz="1600" b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적용 기술</a:t>
            </a:r>
          </a:p>
        </p:txBody>
      </p:sp>
      <p:sp>
        <p:nvSpPr>
          <p:cNvPr id="69" name="타원 68">
            <a:extLst>
              <a:ext uri="{FF2B5EF4-FFF2-40B4-BE49-F238E27FC236}">
                <a16:creationId xmlns:a16="http://schemas.microsoft.com/office/drawing/2014/main" xmlns="" id="{9335FBE7-7948-49CB-A400-4210EF31A78D}"/>
              </a:ext>
            </a:extLst>
          </p:cNvPr>
          <p:cNvSpPr/>
          <p:nvPr/>
        </p:nvSpPr>
        <p:spPr>
          <a:xfrm>
            <a:off x="293510" y="216809"/>
            <a:ext cx="831202" cy="885964"/>
          </a:xfrm>
          <a:prstGeom prst="ellipse">
            <a:avLst/>
          </a:prstGeom>
          <a:solidFill>
            <a:srgbClr val="337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>
                <a:latin typeface="Noto Sans KR" panose="020B0200000000000000" pitchFamily="50" charset="-127"/>
                <a:ea typeface="Noto Sans KR" panose="020B0200000000000000" pitchFamily="50" charset="-127"/>
              </a:rPr>
              <a:t>03</a:t>
            </a:r>
            <a:endParaRPr lang="ko-KR" altLang="en-US" sz="24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9" name="Rounded Rectangle 143">
            <a:extLst>
              <a:ext uri="{FF2B5EF4-FFF2-40B4-BE49-F238E27FC236}">
                <a16:creationId xmlns:a16="http://schemas.microsoft.com/office/drawing/2014/main" xmlns="" id="{86FA5F6D-20C2-467F-85FD-60FB0D060450}"/>
              </a:ext>
            </a:extLst>
          </p:cNvPr>
          <p:cNvSpPr/>
          <p:nvPr/>
        </p:nvSpPr>
        <p:spPr>
          <a:xfrm>
            <a:off x="659396" y="2650755"/>
            <a:ext cx="10549172" cy="1032502"/>
          </a:xfrm>
          <a:prstGeom prst="roundRect">
            <a:avLst/>
          </a:prstGeom>
          <a:noFill/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endParaRPr>
              <a:latin typeface="Noto Sans KR" panose="020B0200000000000000" pitchFamily="50" charset="-127"/>
            </a:endParaRPr>
          </a:p>
        </p:txBody>
      </p:sp>
      <p:sp>
        <p:nvSpPr>
          <p:cNvPr id="42" name="TextBox 144">
            <a:extLst>
              <a:ext uri="{FF2B5EF4-FFF2-40B4-BE49-F238E27FC236}">
                <a16:creationId xmlns:a16="http://schemas.microsoft.com/office/drawing/2014/main" xmlns="" id="{D6DF087E-4EFD-49FE-825D-7544C6DA1662}"/>
              </a:ext>
            </a:extLst>
          </p:cNvPr>
          <p:cNvSpPr txBox="1"/>
          <p:nvPr/>
        </p:nvSpPr>
        <p:spPr>
          <a:xfrm>
            <a:off x="743228" y="5801794"/>
            <a:ext cx="1697885" cy="221599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latinLnBrk="0"/>
            <a:r>
              <a:rPr lang="en-US" altLang="ko-KR" sz="1200" b="1">
                <a:solidFill>
                  <a:srgbClr val="2D77C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Infra / </a:t>
            </a:r>
            <a:r>
              <a:rPr sz="1200" b="1">
                <a:solidFill>
                  <a:srgbClr val="2D77C2"/>
                </a:solidFill>
                <a:latin typeface="Noto Sans KR" panose="020B0200000000000000" pitchFamily="50" charset="-127"/>
              </a:rPr>
              <a:t>Collaboration</a:t>
            </a:r>
          </a:p>
        </p:txBody>
      </p:sp>
      <p:pic>
        <p:nvPicPr>
          <p:cNvPr id="44" name="Picture 8" descr="HTML, CSS, JavaScript의 관계">
            <a:extLst>
              <a:ext uri="{FF2B5EF4-FFF2-40B4-BE49-F238E27FC236}">
                <a16:creationId xmlns:a16="http://schemas.microsoft.com/office/drawing/2014/main" xmlns="" id="{966B388B-66E7-4EF8-ABC3-EFB9497FD0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981416" y="1463022"/>
            <a:ext cx="2524806" cy="955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10" descr="1. Java 17로 전환을 고려해야 하는 이유">
            <a:extLst>
              <a:ext uri="{FF2B5EF4-FFF2-40B4-BE49-F238E27FC236}">
                <a16:creationId xmlns:a16="http://schemas.microsoft.com/office/drawing/2014/main" xmlns="" id="{2A39C328-3D7F-4735-8D76-5F37CD2A7E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997005" y="2811561"/>
            <a:ext cx="1036369" cy="572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12" descr="스프링과 스프링부트(Spring Boot)ㅣ정의, 특징, 사용 이유, 생성 방법">
            <a:extLst>
              <a:ext uri="{FF2B5EF4-FFF2-40B4-BE49-F238E27FC236}">
                <a16:creationId xmlns:a16="http://schemas.microsoft.com/office/drawing/2014/main" xmlns="" id="{166A9420-8A7F-48CD-B82B-DC9C9E6292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017688" y="2806690"/>
            <a:ext cx="1245129" cy="572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14" descr="JWT Token 을 스프링 부트에서 사용해보기 | 개발자 Story | SKT Enterprise">
            <a:extLst>
              <a:ext uri="{FF2B5EF4-FFF2-40B4-BE49-F238E27FC236}">
                <a16:creationId xmlns:a16="http://schemas.microsoft.com/office/drawing/2014/main" xmlns="" id="{5735C058-A3E1-436F-A1D6-D475765D3B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262817" y="2801810"/>
            <a:ext cx="1135231" cy="567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xmlns="" id="{02D19826-B424-44E1-B853-273D858CE172}"/>
              </a:ext>
            </a:extLst>
          </p:cNvPr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5494260" y="2811561"/>
            <a:ext cx="464641" cy="572504"/>
          </a:xfrm>
          <a:prstGeom prst="rect">
            <a:avLst/>
          </a:prstGeom>
        </p:spPr>
      </p:pic>
      <p:pic>
        <p:nvPicPr>
          <p:cNvPr id="49" name="Picture 16" descr="Gradle 기본사용법">
            <a:extLst>
              <a:ext uri="{FF2B5EF4-FFF2-40B4-BE49-F238E27FC236}">
                <a16:creationId xmlns:a16="http://schemas.microsoft.com/office/drawing/2014/main" xmlns="" id="{AA568D13-3C1A-4243-945A-5EAF0146F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223945" y="2904665"/>
            <a:ext cx="1035217" cy="361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18" descr="🚀 자바에서 JPA 이해하기: 자카르타 지속 API 종🏛️합 가이드">
            <a:extLst>
              <a:ext uri="{FF2B5EF4-FFF2-40B4-BE49-F238E27FC236}">
                <a16:creationId xmlns:a16="http://schemas.microsoft.com/office/drawing/2014/main" xmlns="" id="{838FA3A6-997F-4268-888E-86E251F9FB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423754" y="2917638"/>
            <a:ext cx="625682" cy="350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51" name="Picture 20" descr="롬복: 사용할 것인가 말 것인가">
            <a:extLst>
              <a:ext uri="{FF2B5EF4-FFF2-40B4-BE49-F238E27FC236}">
                <a16:creationId xmlns:a16="http://schemas.microsoft.com/office/drawing/2014/main" xmlns="" id="{63306664-8CDC-4E69-938F-90AB30AA9E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419787" y="2917638"/>
            <a:ext cx="724938" cy="362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22" descr="Spring] 46. Spring Validation을 이용한 유효성 검증(3) - Validator, ValidatorFactory : 네이버 블로그">
            <a:extLst>
              <a:ext uri="{FF2B5EF4-FFF2-40B4-BE49-F238E27FC236}">
                <a16:creationId xmlns:a16="http://schemas.microsoft.com/office/drawing/2014/main" xmlns="" id="{4ED40178-B75D-4C7E-98F3-3BCE581FCA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9388524" y="2892194"/>
            <a:ext cx="740728" cy="382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24" descr="MySQL 강좌 : 제 1강 - 소개 및 설치 - YUN DAE HEE">
            <a:extLst>
              <a:ext uri="{FF2B5EF4-FFF2-40B4-BE49-F238E27FC236}">
                <a16:creationId xmlns:a16="http://schemas.microsoft.com/office/drawing/2014/main" xmlns="" id="{844A40CB-4561-4640-9FF9-ADEB245167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833264" y="3902112"/>
            <a:ext cx="1356991" cy="905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Picture 26" descr="DB] Redis - 개념, 특징, 활용 방법 정리 — 무니의 개발 로그">
            <a:extLst>
              <a:ext uri="{FF2B5EF4-FFF2-40B4-BE49-F238E27FC236}">
                <a16:creationId xmlns:a16="http://schemas.microsoft.com/office/drawing/2014/main" xmlns="" id="{B0D9F1A5-A241-44E4-BC4E-35AB16E00C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451482" y="3894386"/>
            <a:ext cx="1039157" cy="877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Picture 30" descr="Toss Payments(토스페이먼츠) | LinkedIn">
            <a:extLst>
              <a:ext uri="{FF2B5EF4-FFF2-40B4-BE49-F238E27FC236}">
                <a16:creationId xmlns:a16="http://schemas.microsoft.com/office/drawing/2014/main" xmlns="" id="{389A1614-2B91-44E1-98FC-508163939C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492729" y="4125438"/>
            <a:ext cx="1475479" cy="419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56" name="Picture 32" descr="알라딘 보도자료 - 뉴스와이어">
            <a:extLst>
              <a:ext uri="{FF2B5EF4-FFF2-40B4-BE49-F238E27FC236}">
                <a16:creationId xmlns:a16="http://schemas.microsoft.com/office/drawing/2014/main" xmlns="" id="{BEEDD0E3-F514-4F83-BAC5-9037B4E073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9423686" y="4137681"/>
            <a:ext cx="884782" cy="414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57" name="그림 56">
            <a:extLst>
              <a:ext uri="{FF2B5EF4-FFF2-40B4-BE49-F238E27FC236}">
                <a16:creationId xmlns:a16="http://schemas.microsoft.com/office/drawing/2014/main" xmlns="" id="{1DD7F903-B79C-432D-9563-13BFE9287BE5}"/>
              </a:ext>
            </a:extLst>
          </p:cNvPr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8245205" y="4116592"/>
            <a:ext cx="983143" cy="457902"/>
          </a:xfrm>
          <a:prstGeom prst="rect">
            <a:avLst/>
          </a:prstGeom>
        </p:spPr>
      </p:pic>
      <p:pic>
        <p:nvPicPr>
          <p:cNvPr id="58" name="Picture 34" descr="스마트택배 - 모든 택배조회, 쇼핑관리 - Google Play 앱">
            <a:extLst>
              <a:ext uri="{FF2B5EF4-FFF2-40B4-BE49-F238E27FC236}">
                <a16:creationId xmlns:a16="http://schemas.microsoft.com/office/drawing/2014/main" xmlns="" id="{3228C432-0B12-4DA5-8AC2-3C086ADFEA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524492" y="4099923"/>
            <a:ext cx="471024" cy="471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59" name="Picture 36" descr="AWS] EC2 동작 원리">
            <a:extLst>
              <a:ext uri="{FF2B5EF4-FFF2-40B4-BE49-F238E27FC236}">
                <a16:creationId xmlns:a16="http://schemas.microsoft.com/office/drawing/2014/main" xmlns="" id="{E5F60EA3-67EA-4AC8-8312-8024E7F547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526121" y="5402621"/>
            <a:ext cx="1145530" cy="492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60" name="Picture 38" descr="github] 깃허브 (링크 규칙)">
            <a:extLst>
              <a:ext uri="{FF2B5EF4-FFF2-40B4-BE49-F238E27FC236}">
                <a16:creationId xmlns:a16="http://schemas.microsoft.com/office/drawing/2014/main" xmlns="" id="{F7FF425A-24DA-4C8F-99EF-56387CB2A1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980598" y="5399680"/>
            <a:ext cx="852561" cy="478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61" name="Picture 40" descr="Git - 나무위키">
            <a:extLst>
              <a:ext uri="{FF2B5EF4-FFF2-40B4-BE49-F238E27FC236}">
                <a16:creationId xmlns:a16="http://schemas.microsoft.com/office/drawing/2014/main" xmlns="" id="{48D6C7EA-47A0-4FDC-A006-D66F9B0BFE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150378" y="5420936"/>
            <a:ext cx="951596" cy="398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62" name="Picture 42" descr="Figma: what is it and how does it work? | Pixartprinting">
            <a:extLst>
              <a:ext uri="{FF2B5EF4-FFF2-40B4-BE49-F238E27FC236}">
                <a16:creationId xmlns:a16="http://schemas.microsoft.com/office/drawing/2014/main" xmlns="" id="{C822F5C4-797E-461C-8C8E-C4D19B7C73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523272" y="5453284"/>
            <a:ext cx="796864" cy="398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xmlns="" id="{F15B5011-952C-4DDF-BEA1-1862EA86B5D4}"/>
              </a:ext>
            </a:extLst>
          </p:cNvPr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75418" y="1544708"/>
            <a:ext cx="684077" cy="684077"/>
          </a:xfrm>
          <a:prstGeom prst="rect">
            <a:avLst/>
          </a:prstGeom>
        </p:spPr>
      </p:pic>
      <p:sp>
        <p:nvSpPr>
          <p:cNvPr id="63" name="TextBox 135">
            <a:extLst>
              <a:ext uri="{FF2B5EF4-FFF2-40B4-BE49-F238E27FC236}">
                <a16:creationId xmlns:a16="http://schemas.microsoft.com/office/drawing/2014/main" xmlns="" id="{0996BDC5-9049-4CC6-98F8-60EDEA24B971}"/>
              </a:ext>
            </a:extLst>
          </p:cNvPr>
          <p:cNvSpPr txBox="1"/>
          <p:nvPr/>
        </p:nvSpPr>
        <p:spPr>
          <a:xfrm>
            <a:off x="875420" y="2227602"/>
            <a:ext cx="825224" cy="221599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latinLnBrk="0"/>
            <a:r>
              <a:rPr lang="en-US" sz="1200" b="1">
                <a:solidFill>
                  <a:srgbClr val="2D77C2"/>
                </a:solidFill>
                <a:latin typeface="Noto Sans KR" panose="020B0200000000000000" pitchFamily="50" charset="-127"/>
              </a:rPr>
              <a:t>Frontend</a:t>
            </a:r>
            <a:endParaRPr sz="1200" b="1">
              <a:solidFill>
                <a:srgbClr val="2D77C2"/>
              </a:solidFill>
              <a:latin typeface="Noto Sans KR" panose="020B0200000000000000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3147170E-275B-4771-98B0-918B322BD1C6}"/>
              </a:ext>
            </a:extLst>
          </p:cNvPr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91009" y="2611356"/>
            <a:ext cx="767829" cy="767829"/>
          </a:xfrm>
          <a:prstGeom prst="rect">
            <a:avLst/>
          </a:prstGeom>
        </p:spPr>
      </p:pic>
      <p:sp>
        <p:nvSpPr>
          <p:cNvPr id="64" name="TextBox 135">
            <a:extLst>
              <a:ext uri="{FF2B5EF4-FFF2-40B4-BE49-F238E27FC236}">
                <a16:creationId xmlns:a16="http://schemas.microsoft.com/office/drawing/2014/main" xmlns="" id="{074BA914-36EF-4F45-9134-97BFD94DEA1E}"/>
              </a:ext>
            </a:extLst>
          </p:cNvPr>
          <p:cNvSpPr txBox="1"/>
          <p:nvPr/>
        </p:nvSpPr>
        <p:spPr>
          <a:xfrm>
            <a:off x="927014" y="3399328"/>
            <a:ext cx="729629" cy="221599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latinLnBrk="0"/>
            <a:r>
              <a:rPr sz="1200" b="1">
                <a:solidFill>
                  <a:srgbClr val="2D77C2"/>
                </a:solidFill>
                <a:latin typeface="Noto Sans KR" panose="020B0200000000000000" pitchFamily="50" charset="-127"/>
              </a:rPr>
              <a:t>Backend</a:t>
            </a:r>
          </a:p>
        </p:txBody>
      </p:sp>
      <p:sp>
        <p:nvSpPr>
          <p:cNvPr id="65" name="Rounded Rectangle 143">
            <a:extLst>
              <a:ext uri="{FF2B5EF4-FFF2-40B4-BE49-F238E27FC236}">
                <a16:creationId xmlns:a16="http://schemas.microsoft.com/office/drawing/2014/main" xmlns="" id="{54E470EF-352E-40B1-A239-2BD2102367CC}"/>
              </a:ext>
            </a:extLst>
          </p:cNvPr>
          <p:cNvSpPr/>
          <p:nvPr/>
        </p:nvSpPr>
        <p:spPr>
          <a:xfrm>
            <a:off x="701673" y="1423224"/>
            <a:ext cx="4026175" cy="1032502"/>
          </a:xfrm>
          <a:prstGeom prst="roundRect">
            <a:avLst/>
          </a:prstGeom>
          <a:noFill/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endParaRPr>
              <a:latin typeface="Noto Sans KR" panose="020B0200000000000000" pitchFamily="50" charset="-127"/>
            </a:endParaRPr>
          </a:p>
        </p:txBody>
      </p:sp>
      <p:sp>
        <p:nvSpPr>
          <p:cNvPr id="66" name="Rounded Rectangle 143">
            <a:extLst>
              <a:ext uri="{FF2B5EF4-FFF2-40B4-BE49-F238E27FC236}">
                <a16:creationId xmlns:a16="http://schemas.microsoft.com/office/drawing/2014/main" xmlns="" id="{F09779BA-D6EC-44C7-8B6D-BBD83CF2D2C2}"/>
              </a:ext>
            </a:extLst>
          </p:cNvPr>
          <p:cNvSpPr/>
          <p:nvPr/>
        </p:nvSpPr>
        <p:spPr>
          <a:xfrm>
            <a:off x="663483" y="3860025"/>
            <a:ext cx="4064365" cy="1032502"/>
          </a:xfrm>
          <a:prstGeom prst="roundRect">
            <a:avLst/>
          </a:prstGeom>
          <a:noFill/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endParaRPr>
              <a:latin typeface="Noto Sans KR" panose="020B0200000000000000" pitchFamily="50" charset="-127"/>
            </a:endParaRPr>
          </a:p>
        </p:txBody>
      </p:sp>
      <p:sp>
        <p:nvSpPr>
          <p:cNvPr id="70" name="TextBox 135">
            <a:extLst>
              <a:ext uri="{FF2B5EF4-FFF2-40B4-BE49-F238E27FC236}">
                <a16:creationId xmlns:a16="http://schemas.microsoft.com/office/drawing/2014/main" xmlns="" id="{CF9ED27A-7217-4FA0-8FB6-6B65A40FEE92}"/>
              </a:ext>
            </a:extLst>
          </p:cNvPr>
          <p:cNvSpPr txBox="1"/>
          <p:nvPr/>
        </p:nvSpPr>
        <p:spPr>
          <a:xfrm>
            <a:off x="927014" y="4622005"/>
            <a:ext cx="729629" cy="221599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r>
              <a:rPr lang="en-US" sz="1200" b="1">
                <a:solidFill>
                  <a:srgbClr val="2D77C2"/>
                </a:solidFill>
                <a:latin typeface="Noto Sans KR" panose="020B0200000000000000" pitchFamily="50" charset="-127"/>
              </a:rPr>
              <a:t>DB</a:t>
            </a:r>
            <a:endParaRPr sz="1200" b="1">
              <a:solidFill>
                <a:srgbClr val="2D77C2"/>
              </a:solidFill>
              <a:latin typeface="Noto Sans KR" panose="020B0200000000000000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xmlns="" id="{CE24707D-37AC-425E-9DC6-225E1817BB28}"/>
              </a:ext>
            </a:extLst>
          </p:cNvPr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06281" y="4001887"/>
            <a:ext cx="565756" cy="565756"/>
          </a:xfrm>
          <a:prstGeom prst="rect">
            <a:avLst/>
          </a:prstGeom>
        </p:spPr>
      </p:pic>
      <p:sp>
        <p:nvSpPr>
          <p:cNvPr id="71" name="Rounded Rectangle 143">
            <a:extLst>
              <a:ext uri="{FF2B5EF4-FFF2-40B4-BE49-F238E27FC236}">
                <a16:creationId xmlns:a16="http://schemas.microsoft.com/office/drawing/2014/main" xmlns="" id="{DF047975-33E3-4ABC-AE7A-55C1D891A2DF}"/>
              </a:ext>
            </a:extLst>
          </p:cNvPr>
          <p:cNvSpPr/>
          <p:nvPr/>
        </p:nvSpPr>
        <p:spPr>
          <a:xfrm>
            <a:off x="5122833" y="3831156"/>
            <a:ext cx="6058798" cy="1032502"/>
          </a:xfrm>
          <a:prstGeom prst="roundRect">
            <a:avLst/>
          </a:prstGeom>
          <a:noFill/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endParaRPr>
              <a:latin typeface="Noto Sans KR" panose="020B0200000000000000" pitchFamily="50" charset="-127"/>
            </a:endParaRPr>
          </a:p>
        </p:txBody>
      </p:sp>
      <p:sp>
        <p:nvSpPr>
          <p:cNvPr id="72" name="Rounded Rectangle 143">
            <a:extLst>
              <a:ext uri="{FF2B5EF4-FFF2-40B4-BE49-F238E27FC236}">
                <a16:creationId xmlns:a16="http://schemas.microsoft.com/office/drawing/2014/main" xmlns="" id="{B8C07446-858A-4474-A13E-BC6686C8E1E7}"/>
              </a:ext>
            </a:extLst>
          </p:cNvPr>
          <p:cNvSpPr/>
          <p:nvPr/>
        </p:nvSpPr>
        <p:spPr>
          <a:xfrm>
            <a:off x="659395" y="5132802"/>
            <a:ext cx="10522236" cy="1032502"/>
          </a:xfrm>
          <a:prstGeom prst="roundRect">
            <a:avLst/>
          </a:prstGeom>
          <a:noFill/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endParaRPr>
              <a:latin typeface="Noto Sans KR" panose="020B0200000000000000" pitchFamily="50" charset="-127"/>
            </a:endParaRPr>
          </a:p>
        </p:txBody>
      </p:sp>
      <p:sp>
        <p:nvSpPr>
          <p:cNvPr id="73" name="TextBox 135">
            <a:extLst>
              <a:ext uri="{FF2B5EF4-FFF2-40B4-BE49-F238E27FC236}">
                <a16:creationId xmlns:a16="http://schemas.microsoft.com/office/drawing/2014/main" xmlns="" id="{2B846830-3477-4B9B-A7E3-ABD5BBCC3032}"/>
              </a:ext>
            </a:extLst>
          </p:cNvPr>
          <p:cNvSpPr txBox="1"/>
          <p:nvPr/>
        </p:nvSpPr>
        <p:spPr>
          <a:xfrm>
            <a:off x="5264527" y="4551839"/>
            <a:ext cx="1155509" cy="221599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r>
              <a:rPr lang="en-US" altLang="ko-KR" sz="1200" b="1">
                <a:solidFill>
                  <a:srgbClr val="2D77C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External</a:t>
            </a:r>
            <a:r>
              <a:rPr lang="ko-KR" altLang="en-US" sz="1200" b="1">
                <a:solidFill>
                  <a:srgbClr val="2D77C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200" b="1">
                <a:solidFill>
                  <a:srgbClr val="2D77C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API</a:t>
            </a:r>
            <a:endParaRPr sz="1200" b="1">
              <a:solidFill>
                <a:srgbClr val="2D77C2"/>
              </a:solidFill>
              <a:latin typeface="Noto Sans KR" panose="020B0200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xmlns="" id="{CAE4FBAA-3E58-4A58-8859-873A00BB0181}"/>
              </a:ext>
            </a:extLst>
          </p:cNvPr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555940" y="3952401"/>
            <a:ext cx="567007" cy="56700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xmlns="" id="{89983FFF-D8C3-4DE2-BAA6-FB4C377DBF0D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78433" y="5236635"/>
            <a:ext cx="544665" cy="544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719332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67">
            <a:extLst>
              <a:ext uri="{FF2B5EF4-FFF2-40B4-BE49-F238E27FC236}">
                <a16:creationId xmlns:a16="http://schemas.microsoft.com/office/drawing/2014/main" xmlns="" id="{B671D4D4-5D7A-4315-8F08-293925B8B1BA}"/>
              </a:ext>
            </a:extLst>
          </p:cNvPr>
          <p:cNvSpPr txBox="1"/>
          <p:nvPr/>
        </p:nvSpPr>
        <p:spPr>
          <a:xfrm>
            <a:off x="1076694" y="332656"/>
            <a:ext cx="690102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defRPr/>
            </a:pPr>
            <a:r>
              <a:rPr lang="ko-KR" altLang="en-US" sz="2800" b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개발 내용</a:t>
            </a:r>
            <a:endParaRPr lang="en-US" altLang="ko-KR" sz="2800" b="1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atinLnBrk="0">
              <a:defRPr/>
            </a:pPr>
            <a:r>
              <a:rPr lang="ko-KR" altLang="en-US" sz="1600" b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주요 구현 기능 ① 회원 인증</a:t>
            </a:r>
            <a:r>
              <a:rPr lang="en-US" altLang="ko-KR" sz="1600" b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600" b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인가 및 권한 별 접근 제한</a:t>
            </a:r>
          </a:p>
        </p:txBody>
      </p:sp>
      <p:sp>
        <p:nvSpPr>
          <p:cNvPr id="69" name="타원 68">
            <a:extLst>
              <a:ext uri="{FF2B5EF4-FFF2-40B4-BE49-F238E27FC236}">
                <a16:creationId xmlns:a16="http://schemas.microsoft.com/office/drawing/2014/main" xmlns="" id="{9335FBE7-7948-49CB-A400-4210EF31A78D}"/>
              </a:ext>
            </a:extLst>
          </p:cNvPr>
          <p:cNvSpPr/>
          <p:nvPr/>
        </p:nvSpPr>
        <p:spPr>
          <a:xfrm>
            <a:off x="293510" y="216809"/>
            <a:ext cx="831202" cy="885964"/>
          </a:xfrm>
          <a:prstGeom prst="ellipse">
            <a:avLst/>
          </a:prstGeom>
          <a:solidFill>
            <a:srgbClr val="337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>
                <a:latin typeface="Noto Sans KR" panose="020B0200000000000000" pitchFamily="50" charset="-127"/>
                <a:ea typeface="Noto Sans KR" panose="020B0200000000000000" pitchFamily="50" charset="-127"/>
              </a:rPr>
              <a:t>03</a:t>
            </a:r>
            <a:endParaRPr lang="ko-KR" altLang="en-US" sz="24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3" name="Rounded Rectangle 12">
            <a:extLst>
              <a:ext uri="{FF2B5EF4-FFF2-40B4-BE49-F238E27FC236}">
                <a16:creationId xmlns:a16="http://schemas.microsoft.com/office/drawing/2014/main" xmlns="" id="{76AB4BB6-6CD8-4CB1-8A2D-E6053E67E671}"/>
              </a:ext>
            </a:extLst>
          </p:cNvPr>
          <p:cNvSpPr/>
          <p:nvPr/>
        </p:nvSpPr>
        <p:spPr>
          <a:xfrm>
            <a:off x="877479" y="4182839"/>
            <a:ext cx="1893952" cy="1954271"/>
          </a:xfrm>
          <a:prstGeom prst="roundRect">
            <a:avLst/>
          </a:prstGeom>
          <a:solidFill>
            <a:srgbClr val="EBF2FA"/>
          </a:solidFill>
          <a:ln w="12700">
            <a:solidFill>
              <a:srgbClr val="C8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>
              <a:latin typeface="Noto Sans KR" panose="020B0200000000000000" pitchFamily="50" charset="-127"/>
            </a:endParaRPr>
          </a:p>
        </p:txBody>
      </p:sp>
      <p:pic>
        <p:nvPicPr>
          <p:cNvPr id="106" name="그림 105">
            <a:extLst>
              <a:ext uri="{FF2B5EF4-FFF2-40B4-BE49-F238E27FC236}">
                <a16:creationId xmlns:a16="http://schemas.microsoft.com/office/drawing/2014/main" xmlns="" id="{7768510D-2F2F-4D54-BB68-F3FB1223035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77926" y="4233120"/>
            <a:ext cx="1493057" cy="1922278"/>
          </a:xfrm>
          <a:prstGeom prst="rect">
            <a:avLst/>
          </a:prstGeom>
        </p:spPr>
      </p:pic>
      <p:sp>
        <p:nvSpPr>
          <p:cNvPr id="108" name="TextBox 107">
            <a:extLst>
              <a:ext uri="{FF2B5EF4-FFF2-40B4-BE49-F238E27FC236}">
                <a16:creationId xmlns:a16="http://schemas.microsoft.com/office/drawing/2014/main" xmlns="" id="{1EE8AC6B-319E-47E7-9097-B4991A366A25}"/>
              </a:ext>
            </a:extLst>
          </p:cNvPr>
          <p:cNvSpPr txBox="1"/>
          <p:nvPr/>
        </p:nvSpPr>
        <p:spPr>
          <a:xfrm>
            <a:off x="986708" y="4044630"/>
            <a:ext cx="29273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ko-KR" altLang="en-US" sz="1000" b="1">
                <a:solidFill>
                  <a:srgbClr val="14306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로그인 화면</a:t>
            </a:r>
          </a:p>
        </p:txBody>
      </p:sp>
      <p:cxnSp>
        <p:nvCxnSpPr>
          <p:cNvPr id="109" name="Connector 32">
            <a:extLst>
              <a:ext uri="{FF2B5EF4-FFF2-40B4-BE49-F238E27FC236}">
                <a16:creationId xmlns:a16="http://schemas.microsoft.com/office/drawing/2014/main" xmlns="" id="{46B2179D-3F17-482B-9EAF-CDB59E969E82}"/>
              </a:ext>
            </a:extLst>
          </p:cNvPr>
          <p:cNvCxnSpPr>
            <a:cxnSpLocks/>
          </p:cNvCxnSpPr>
          <p:nvPr/>
        </p:nvCxnSpPr>
        <p:spPr>
          <a:xfrm>
            <a:off x="2784744" y="5188686"/>
            <a:ext cx="1210358" cy="5573"/>
          </a:xfrm>
          <a:prstGeom prst="line">
            <a:avLst/>
          </a:prstGeom>
          <a:ln w="19050">
            <a:solidFill>
              <a:srgbClr val="4071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Rounded Rectangle 12">
            <a:extLst>
              <a:ext uri="{FF2B5EF4-FFF2-40B4-BE49-F238E27FC236}">
                <a16:creationId xmlns:a16="http://schemas.microsoft.com/office/drawing/2014/main" xmlns="" id="{2C5DEEFC-EC53-44F0-9EB7-38E1BC07A4D1}"/>
              </a:ext>
            </a:extLst>
          </p:cNvPr>
          <p:cNvSpPr/>
          <p:nvPr/>
        </p:nvSpPr>
        <p:spPr>
          <a:xfrm>
            <a:off x="3995102" y="4721996"/>
            <a:ext cx="2858576" cy="875956"/>
          </a:xfrm>
          <a:prstGeom prst="roundRect">
            <a:avLst/>
          </a:prstGeom>
          <a:solidFill>
            <a:srgbClr val="EBF2FA"/>
          </a:solidFill>
          <a:ln w="12700">
            <a:solidFill>
              <a:srgbClr val="C8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>
              <a:latin typeface="Noto Sans KR" panose="020B0200000000000000" pitchFamily="50" charset="-127"/>
            </a:endParaRPr>
          </a:p>
        </p:txBody>
      </p:sp>
      <p:cxnSp>
        <p:nvCxnSpPr>
          <p:cNvPr id="111" name="Connector 32">
            <a:extLst>
              <a:ext uri="{FF2B5EF4-FFF2-40B4-BE49-F238E27FC236}">
                <a16:creationId xmlns:a16="http://schemas.microsoft.com/office/drawing/2014/main" xmlns="" id="{A0ADC0DE-75DE-4484-8B1A-7D5BB463E54F}"/>
              </a:ext>
            </a:extLst>
          </p:cNvPr>
          <p:cNvCxnSpPr>
            <a:cxnSpLocks/>
            <a:stCxn id="110" idx="3"/>
          </p:cNvCxnSpPr>
          <p:nvPr/>
        </p:nvCxnSpPr>
        <p:spPr>
          <a:xfrm flipV="1">
            <a:off x="6853678" y="5149346"/>
            <a:ext cx="1222600" cy="10628"/>
          </a:xfrm>
          <a:prstGeom prst="line">
            <a:avLst/>
          </a:prstGeom>
          <a:ln w="19050">
            <a:solidFill>
              <a:srgbClr val="4071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Rounded Rectangle 12">
            <a:extLst>
              <a:ext uri="{FF2B5EF4-FFF2-40B4-BE49-F238E27FC236}">
                <a16:creationId xmlns:a16="http://schemas.microsoft.com/office/drawing/2014/main" xmlns="" id="{011A376F-F447-4AC8-808D-E511E32AA987}"/>
              </a:ext>
            </a:extLst>
          </p:cNvPr>
          <p:cNvSpPr/>
          <p:nvPr/>
        </p:nvSpPr>
        <p:spPr>
          <a:xfrm>
            <a:off x="8060180" y="4559965"/>
            <a:ext cx="3436420" cy="1243054"/>
          </a:xfrm>
          <a:prstGeom prst="roundRect">
            <a:avLst/>
          </a:prstGeom>
          <a:solidFill>
            <a:srgbClr val="EBF2FA"/>
          </a:solidFill>
          <a:ln w="12700">
            <a:solidFill>
              <a:srgbClr val="C8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>
              <a:latin typeface="Noto Sans KR" panose="020B0200000000000000" pitchFamily="50" charset="-127"/>
            </a:endParaRPr>
          </a:p>
        </p:txBody>
      </p:sp>
      <p:pic>
        <p:nvPicPr>
          <p:cNvPr id="113" name="그림 112">
            <a:extLst>
              <a:ext uri="{FF2B5EF4-FFF2-40B4-BE49-F238E27FC236}">
                <a16:creationId xmlns:a16="http://schemas.microsoft.com/office/drawing/2014/main" xmlns="" id="{095235C3-95E2-431C-99A5-1FCED8316D4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152400" y="4660471"/>
            <a:ext cx="3098534" cy="1054036"/>
          </a:xfrm>
          <a:prstGeom prst="rect">
            <a:avLst/>
          </a:prstGeom>
        </p:spPr>
      </p:pic>
      <p:sp>
        <p:nvSpPr>
          <p:cNvPr id="114" name="TextBox 113">
            <a:extLst>
              <a:ext uri="{FF2B5EF4-FFF2-40B4-BE49-F238E27FC236}">
                <a16:creationId xmlns:a16="http://schemas.microsoft.com/office/drawing/2014/main" xmlns="" id="{4286525C-9EC8-4852-B73E-2FF1F9C4CD36}"/>
              </a:ext>
            </a:extLst>
          </p:cNvPr>
          <p:cNvSpPr txBox="1"/>
          <p:nvPr/>
        </p:nvSpPr>
        <p:spPr>
          <a:xfrm>
            <a:off x="8066188" y="4353382"/>
            <a:ext cx="29273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ko-KR" altLang="en-US" sz="1000" b="1">
                <a:solidFill>
                  <a:srgbClr val="14306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인증 후 마이페이지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xmlns="" id="{95D19432-3726-456D-A807-6DF8D06F18E2}"/>
              </a:ext>
            </a:extLst>
          </p:cNvPr>
          <p:cNvSpPr txBox="1"/>
          <p:nvPr/>
        </p:nvSpPr>
        <p:spPr>
          <a:xfrm>
            <a:off x="3960691" y="4573044"/>
            <a:ext cx="29273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altLang="ko-KR" sz="1000" b="1">
                <a:solidFill>
                  <a:srgbClr val="14306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JWT </a:t>
            </a:r>
            <a:r>
              <a:rPr lang="ko-KR" altLang="en-US" sz="1000" b="1">
                <a:solidFill>
                  <a:srgbClr val="14306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발급</a:t>
            </a:r>
          </a:p>
        </p:txBody>
      </p:sp>
      <p:pic>
        <p:nvPicPr>
          <p:cNvPr id="116" name="그림 115">
            <a:extLst>
              <a:ext uri="{FF2B5EF4-FFF2-40B4-BE49-F238E27FC236}">
                <a16:creationId xmlns:a16="http://schemas.microsoft.com/office/drawing/2014/main" xmlns="" id="{D186C739-52FC-4388-8CB6-FEE87946D311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095195" y="4937182"/>
            <a:ext cx="2679267" cy="466842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xmlns="" id="{59EA142B-235F-4DDB-8A7C-97C0BCFCE608}"/>
              </a:ext>
            </a:extLst>
          </p:cNvPr>
          <p:cNvSpPr txBox="1"/>
          <p:nvPr/>
        </p:nvSpPr>
        <p:spPr>
          <a:xfrm>
            <a:off x="674122" y="1334655"/>
            <a:ext cx="10149840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latinLnBrk="0"/>
            <a:r>
              <a:rPr lang="ko-KR" altLang="en-US" sz="2100" b="1">
                <a:solidFill>
                  <a:srgbClr val="23303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로그인 후 </a:t>
            </a:r>
            <a:r>
              <a:rPr lang="ko-KR" altLang="en-US" sz="2100" b="1" err="1">
                <a:solidFill>
                  <a:srgbClr val="23303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권한별</a:t>
            </a:r>
            <a:r>
              <a:rPr lang="ko-KR" altLang="en-US" sz="2100" b="1">
                <a:solidFill>
                  <a:srgbClr val="23303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기능 제공</a:t>
            </a:r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xmlns="" id="{196608D6-A652-4199-B22C-CEC42FF6A49A}"/>
              </a:ext>
            </a:extLst>
          </p:cNvPr>
          <p:cNvSpPr/>
          <p:nvPr/>
        </p:nvSpPr>
        <p:spPr>
          <a:xfrm>
            <a:off x="1390490" y="1844824"/>
            <a:ext cx="831202" cy="885964"/>
          </a:xfrm>
          <a:prstGeom prst="ellipse">
            <a:avLst/>
          </a:prstGeom>
          <a:solidFill>
            <a:srgbClr val="337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24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xmlns="" id="{4BEB5EA1-5485-4E70-8CAD-DDA80BE70338}"/>
              </a:ext>
            </a:extLst>
          </p:cNvPr>
          <p:cNvSpPr/>
          <p:nvPr/>
        </p:nvSpPr>
        <p:spPr>
          <a:xfrm>
            <a:off x="3538951" y="1847252"/>
            <a:ext cx="831202" cy="885964"/>
          </a:xfrm>
          <a:prstGeom prst="ellipse">
            <a:avLst/>
          </a:prstGeom>
          <a:solidFill>
            <a:srgbClr val="337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sz="24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xmlns="" id="{843C8469-BA92-4936-9A61-0374FFBE4646}"/>
              </a:ext>
            </a:extLst>
          </p:cNvPr>
          <p:cNvSpPr/>
          <p:nvPr/>
        </p:nvSpPr>
        <p:spPr>
          <a:xfrm>
            <a:off x="5680399" y="1848467"/>
            <a:ext cx="831202" cy="885964"/>
          </a:xfrm>
          <a:prstGeom prst="ellipse">
            <a:avLst/>
          </a:prstGeom>
          <a:solidFill>
            <a:srgbClr val="337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ko-KR" altLang="en-US" sz="24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xmlns="" id="{F2076566-B530-47B2-97A0-48556EE0135E}"/>
              </a:ext>
            </a:extLst>
          </p:cNvPr>
          <p:cNvSpPr/>
          <p:nvPr/>
        </p:nvSpPr>
        <p:spPr>
          <a:xfrm>
            <a:off x="7825308" y="1862018"/>
            <a:ext cx="831202" cy="885964"/>
          </a:xfrm>
          <a:prstGeom prst="ellipse">
            <a:avLst/>
          </a:prstGeom>
          <a:solidFill>
            <a:srgbClr val="337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endParaRPr lang="ko-KR" altLang="en-US" sz="24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7" name="타원 116">
            <a:extLst>
              <a:ext uri="{FF2B5EF4-FFF2-40B4-BE49-F238E27FC236}">
                <a16:creationId xmlns:a16="http://schemas.microsoft.com/office/drawing/2014/main" xmlns="" id="{CAAFE6CC-4913-41EB-A464-4DA6DB4BF79C}"/>
              </a:ext>
            </a:extLst>
          </p:cNvPr>
          <p:cNvSpPr/>
          <p:nvPr/>
        </p:nvSpPr>
        <p:spPr>
          <a:xfrm>
            <a:off x="9817313" y="1862021"/>
            <a:ext cx="831202" cy="885964"/>
          </a:xfrm>
          <a:prstGeom prst="ellipse">
            <a:avLst/>
          </a:prstGeom>
          <a:solidFill>
            <a:srgbClr val="337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>
                <a:latin typeface="Noto Sans KR" panose="020B0200000000000000" pitchFamily="50" charset="-127"/>
                <a:ea typeface="Noto Sans KR" panose="020B0200000000000000" pitchFamily="50" charset="-127"/>
              </a:rPr>
              <a:t>5</a:t>
            </a:r>
            <a:endParaRPr lang="ko-KR" altLang="en-US" sz="24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xmlns="" id="{D3B2D59A-448A-4B7C-B6EE-008A3C768564}"/>
              </a:ext>
            </a:extLst>
          </p:cNvPr>
          <p:cNvSpPr txBox="1"/>
          <p:nvPr/>
        </p:nvSpPr>
        <p:spPr>
          <a:xfrm>
            <a:off x="809125" y="2730788"/>
            <a:ext cx="1993932" cy="9858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>
              <a:lnSpc>
                <a:spcPct val="150000"/>
              </a:lnSpc>
            </a:pPr>
            <a:r>
              <a:rPr lang="ko-KR" altLang="en-US" b="1">
                <a:solidFill>
                  <a:srgbClr val="3378C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로그인 요청</a:t>
            </a:r>
          </a:p>
          <a:p>
            <a:pPr algn="ctr" latinLnBrk="0">
              <a:lnSpc>
                <a:spcPct val="150000"/>
              </a:lnSpc>
            </a:pPr>
            <a:r>
              <a:rPr lang="ko-KR" altLang="en-US" sz="11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이메일 </a:t>
            </a:r>
            <a:r>
              <a:rPr lang="en-US" altLang="ko-KR" sz="11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 </a:t>
            </a:r>
            <a:r>
              <a:rPr lang="ko-KR" altLang="en-US" sz="11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비밀번호 입력</a:t>
            </a:r>
          </a:p>
          <a:p>
            <a:pPr algn="ctr" latinLnBrk="0">
              <a:lnSpc>
                <a:spcPct val="150000"/>
              </a:lnSpc>
            </a:pPr>
            <a:r>
              <a:rPr lang="en-US" altLang="ko-KR" sz="11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POST /members/login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xmlns="" id="{A21D40DF-9F6D-4173-906E-1FD8A6943D98}"/>
              </a:ext>
            </a:extLst>
          </p:cNvPr>
          <p:cNvSpPr txBox="1"/>
          <p:nvPr/>
        </p:nvSpPr>
        <p:spPr>
          <a:xfrm>
            <a:off x="2957586" y="2733216"/>
            <a:ext cx="19939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>
              <a:lnSpc>
                <a:spcPct val="150000"/>
              </a:lnSpc>
            </a:pPr>
            <a:r>
              <a:rPr lang="ko-KR" altLang="en-US" b="1">
                <a:solidFill>
                  <a:srgbClr val="3378C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사용자 인증</a:t>
            </a:r>
          </a:p>
          <a:p>
            <a:pPr algn="ctr" latinLnBrk="0"/>
            <a:r>
              <a:rPr lang="ko-KR" altLang="en-US" sz="11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회원 조회</a:t>
            </a:r>
          </a:p>
          <a:p>
            <a:pPr algn="ctr" latinLnBrk="0"/>
            <a:r>
              <a:rPr lang="en-US" altLang="ko-KR" sz="1100" b="1" err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BCrypt</a:t>
            </a:r>
            <a:r>
              <a:rPr lang="en-US" altLang="ko-KR" sz="11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1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비밀번호 비교</a:t>
            </a:r>
          </a:p>
          <a:p>
            <a:pPr algn="ctr" latinLnBrk="0"/>
            <a:r>
              <a:rPr lang="ko-KR" altLang="en-US" sz="11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탈퇴 회원 여부 확인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xmlns="" id="{159FC52C-BADA-4ED2-9CA5-D09EF083FB3D}"/>
              </a:ext>
            </a:extLst>
          </p:cNvPr>
          <p:cNvSpPr txBox="1"/>
          <p:nvPr/>
        </p:nvSpPr>
        <p:spPr>
          <a:xfrm>
            <a:off x="5099034" y="2734430"/>
            <a:ext cx="1993932" cy="846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>
              <a:lnSpc>
                <a:spcPct val="150000"/>
              </a:lnSpc>
            </a:pPr>
            <a:r>
              <a:rPr lang="en-US" altLang="ko-KR" b="1">
                <a:solidFill>
                  <a:srgbClr val="3378C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JWT </a:t>
            </a:r>
            <a:r>
              <a:rPr lang="ko-KR" altLang="en-US" b="1">
                <a:solidFill>
                  <a:srgbClr val="3378C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발급</a:t>
            </a:r>
          </a:p>
          <a:p>
            <a:pPr algn="ctr" latinLnBrk="0"/>
            <a:r>
              <a:rPr lang="en-US" altLang="ko-KR" sz="11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Access Token </a:t>
            </a:r>
            <a:r>
              <a:rPr lang="ko-KR" altLang="en-US" sz="11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생성</a:t>
            </a:r>
          </a:p>
          <a:p>
            <a:pPr algn="ctr" latinLnBrk="0"/>
            <a:r>
              <a:rPr lang="en-US" altLang="ko-KR" sz="11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Bearer </a:t>
            </a:r>
            <a:r>
              <a:rPr lang="ko-KR" altLang="en-US" sz="11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방식 반환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xmlns="" id="{FCB8EA21-5232-402D-B475-C2E41F18B844}"/>
              </a:ext>
            </a:extLst>
          </p:cNvPr>
          <p:cNvSpPr txBox="1"/>
          <p:nvPr/>
        </p:nvSpPr>
        <p:spPr>
          <a:xfrm>
            <a:off x="7233264" y="2747980"/>
            <a:ext cx="1993932" cy="846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>
              <a:lnSpc>
                <a:spcPct val="150000"/>
              </a:lnSpc>
            </a:pPr>
            <a:r>
              <a:rPr lang="ko-KR" altLang="en-US" b="1">
                <a:solidFill>
                  <a:srgbClr val="3378C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권한 확인</a:t>
            </a:r>
          </a:p>
          <a:p>
            <a:pPr algn="ctr" latinLnBrk="0"/>
            <a:r>
              <a:rPr lang="ko-KR" altLang="en-US" sz="11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요청마다 </a:t>
            </a:r>
            <a:r>
              <a:rPr lang="en-US" altLang="ko-KR" sz="11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JWT </a:t>
            </a:r>
            <a:r>
              <a:rPr lang="ko-KR" altLang="en-US" sz="11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검증</a:t>
            </a:r>
          </a:p>
          <a:p>
            <a:pPr algn="ctr" latinLnBrk="0"/>
            <a:r>
              <a:rPr lang="ko-KR" altLang="en-US" sz="11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사용자</a:t>
            </a:r>
            <a:r>
              <a:rPr lang="en-US" altLang="ko-KR" sz="11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1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권한 조회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xmlns="" id="{B5C835B8-E49F-4AE4-8523-3AEC8574AC66}"/>
              </a:ext>
            </a:extLst>
          </p:cNvPr>
          <p:cNvSpPr txBox="1"/>
          <p:nvPr/>
        </p:nvSpPr>
        <p:spPr>
          <a:xfrm>
            <a:off x="9235948" y="2747982"/>
            <a:ext cx="1993932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>
              <a:lnSpc>
                <a:spcPct val="150000"/>
              </a:lnSpc>
            </a:pPr>
            <a:r>
              <a:rPr lang="ko-KR" altLang="en-US" b="1">
                <a:solidFill>
                  <a:srgbClr val="3378C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기능 제공</a:t>
            </a:r>
          </a:p>
          <a:p>
            <a:pPr algn="ctr" latinLnBrk="0"/>
            <a:r>
              <a:rPr lang="en-US" altLang="ko-KR" sz="12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USER/ADMIN </a:t>
            </a:r>
            <a:r>
              <a:rPr lang="ko-KR" altLang="en-US" sz="12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구분</a:t>
            </a:r>
          </a:p>
          <a:p>
            <a:pPr algn="ctr" latinLnBrk="0"/>
            <a:r>
              <a:rPr lang="ko-KR" altLang="en-US" sz="12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권한 별 화면 제공</a:t>
            </a:r>
          </a:p>
        </p:txBody>
      </p:sp>
      <p:cxnSp>
        <p:nvCxnSpPr>
          <p:cNvPr id="123" name="직선 화살표 연결선 122">
            <a:extLst>
              <a:ext uri="{FF2B5EF4-FFF2-40B4-BE49-F238E27FC236}">
                <a16:creationId xmlns:a16="http://schemas.microsoft.com/office/drawing/2014/main" xmlns="" id="{63E35CC2-9F34-47FA-91FA-39C6E593109B}"/>
              </a:ext>
            </a:extLst>
          </p:cNvPr>
          <p:cNvCxnSpPr/>
          <p:nvPr/>
        </p:nvCxnSpPr>
        <p:spPr>
          <a:xfrm>
            <a:off x="4363140" y="2290234"/>
            <a:ext cx="1317259" cy="24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화살표 연결선 123">
            <a:extLst>
              <a:ext uri="{FF2B5EF4-FFF2-40B4-BE49-F238E27FC236}">
                <a16:creationId xmlns:a16="http://schemas.microsoft.com/office/drawing/2014/main" xmlns="" id="{9A075247-9213-48A0-A9AC-092659169E6D}"/>
              </a:ext>
            </a:extLst>
          </p:cNvPr>
          <p:cNvCxnSpPr/>
          <p:nvPr/>
        </p:nvCxnSpPr>
        <p:spPr>
          <a:xfrm>
            <a:off x="6512477" y="2311351"/>
            <a:ext cx="1317259" cy="24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화살표 연결선 124">
            <a:extLst>
              <a:ext uri="{FF2B5EF4-FFF2-40B4-BE49-F238E27FC236}">
                <a16:creationId xmlns:a16="http://schemas.microsoft.com/office/drawing/2014/main" xmlns="" id="{43569707-E7EE-4304-92F9-DC7CE39C002C}"/>
              </a:ext>
            </a:extLst>
          </p:cNvPr>
          <p:cNvCxnSpPr/>
          <p:nvPr/>
        </p:nvCxnSpPr>
        <p:spPr>
          <a:xfrm>
            <a:off x="8500054" y="2311351"/>
            <a:ext cx="1317259" cy="24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화살표 연결선 125">
            <a:extLst>
              <a:ext uri="{FF2B5EF4-FFF2-40B4-BE49-F238E27FC236}">
                <a16:creationId xmlns:a16="http://schemas.microsoft.com/office/drawing/2014/main" xmlns="" id="{37A7DB58-E0B4-4740-AC62-7473C4771810}"/>
              </a:ext>
            </a:extLst>
          </p:cNvPr>
          <p:cNvCxnSpPr/>
          <p:nvPr/>
        </p:nvCxnSpPr>
        <p:spPr>
          <a:xfrm>
            <a:off x="2229339" y="2311351"/>
            <a:ext cx="1317259" cy="24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0096406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그래픽 190">
            <a:extLst>
              <a:ext uri="{FF2B5EF4-FFF2-40B4-BE49-F238E27FC236}">
                <a16:creationId xmlns:a16="http://schemas.microsoft.com/office/drawing/2014/main" xmlns="" id="{B5967736-A99C-BBBF-FEBF-FDFE9F35EF9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5055" y="168549"/>
            <a:ext cx="12192000" cy="6858000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xmlns="" id="{B671D4D4-5D7A-4315-8F08-293925B8B1BA}"/>
              </a:ext>
            </a:extLst>
          </p:cNvPr>
          <p:cNvSpPr txBox="1"/>
          <p:nvPr/>
        </p:nvSpPr>
        <p:spPr>
          <a:xfrm>
            <a:off x="1076694" y="332656"/>
            <a:ext cx="690102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defRPr/>
            </a:pPr>
            <a:r>
              <a:rPr lang="ko-KR" altLang="en-US" sz="2800" b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개발 내용</a:t>
            </a:r>
            <a:endParaRPr lang="en-US" altLang="ko-KR" sz="2800" b="1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atinLnBrk="0">
              <a:defRPr/>
            </a:pPr>
            <a:r>
              <a:rPr lang="ko-KR" altLang="en-US" sz="1600" b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주요 구현 기능 ① 회원 인증</a:t>
            </a:r>
            <a:r>
              <a:rPr lang="en-US" altLang="ko-KR" sz="1600" b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600" b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인가 및 권한 별 접근 제한</a:t>
            </a:r>
          </a:p>
        </p:txBody>
      </p:sp>
      <p:sp>
        <p:nvSpPr>
          <p:cNvPr id="69" name="타원 68">
            <a:extLst>
              <a:ext uri="{FF2B5EF4-FFF2-40B4-BE49-F238E27FC236}">
                <a16:creationId xmlns:a16="http://schemas.microsoft.com/office/drawing/2014/main" xmlns="" id="{9335FBE7-7948-49CB-A400-4210EF31A78D}"/>
              </a:ext>
            </a:extLst>
          </p:cNvPr>
          <p:cNvSpPr/>
          <p:nvPr/>
        </p:nvSpPr>
        <p:spPr>
          <a:xfrm>
            <a:off x="293510" y="216809"/>
            <a:ext cx="831202" cy="885964"/>
          </a:xfrm>
          <a:prstGeom prst="ellipse">
            <a:avLst/>
          </a:prstGeom>
          <a:solidFill>
            <a:srgbClr val="337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>
                <a:latin typeface="Noto Sans KR" panose="020B0200000000000000" pitchFamily="50" charset="-127"/>
                <a:ea typeface="Noto Sans KR" panose="020B0200000000000000" pitchFamily="50" charset="-127"/>
              </a:rPr>
              <a:t>03</a:t>
            </a:r>
            <a:endParaRPr lang="ko-KR" altLang="en-US" sz="24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5" name="Rounded Rectangle 12">
            <a:extLst>
              <a:ext uri="{FF2B5EF4-FFF2-40B4-BE49-F238E27FC236}">
                <a16:creationId xmlns:a16="http://schemas.microsoft.com/office/drawing/2014/main" xmlns="" id="{98792902-C25D-4EDB-9FC3-9B0B535785AA}"/>
              </a:ext>
            </a:extLst>
          </p:cNvPr>
          <p:cNvSpPr/>
          <p:nvPr/>
        </p:nvSpPr>
        <p:spPr>
          <a:xfrm>
            <a:off x="579522" y="4144796"/>
            <a:ext cx="3194810" cy="1336432"/>
          </a:xfrm>
          <a:prstGeom prst="roundRect">
            <a:avLst/>
          </a:prstGeom>
          <a:solidFill>
            <a:srgbClr val="EBF2FA"/>
          </a:solidFill>
          <a:ln w="12700">
            <a:solidFill>
              <a:srgbClr val="C8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>
              <a:latin typeface="Noto Sans KR" panose="020B0200000000000000" pitchFamily="50" charset="-127"/>
            </a:endParaRPr>
          </a:p>
        </p:txBody>
      </p:sp>
      <p:sp>
        <p:nvSpPr>
          <p:cNvPr id="56" name="Rounded Rectangle 12">
            <a:extLst>
              <a:ext uri="{FF2B5EF4-FFF2-40B4-BE49-F238E27FC236}">
                <a16:creationId xmlns:a16="http://schemas.microsoft.com/office/drawing/2014/main" xmlns="" id="{1E2FFA91-5F3A-45FC-B1D8-DF5EDE14FAC4}"/>
              </a:ext>
            </a:extLst>
          </p:cNvPr>
          <p:cNvSpPr/>
          <p:nvPr/>
        </p:nvSpPr>
        <p:spPr>
          <a:xfrm>
            <a:off x="4512024" y="4144796"/>
            <a:ext cx="3194810" cy="1336432"/>
          </a:xfrm>
          <a:prstGeom prst="roundRect">
            <a:avLst/>
          </a:prstGeom>
          <a:solidFill>
            <a:srgbClr val="EBF2FA"/>
          </a:solidFill>
          <a:ln w="12700">
            <a:solidFill>
              <a:srgbClr val="C8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>
              <a:latin typeface="Noto Sans KR" panose="020B0200000000000000" pitchFamily="50" charset="-127"/>
            </a:endParaRPr>
          </a:p>
        </p:txBody>
      </p:sp>
      <p:sp>
        <p:nvSpPr>
          <p:cNvPr id="57" name="Rounded Rectangle 12">
            <a:extLst>
              <a:ext uri="{FF2B5EF4-FFF2-40B4-BE49-F238E27FC236}">
                <a16:creationId xmlns:a16="http://schemas.microsoft.com/office/drawing/2014/main" xmlns="" id="{B2BA21C0-48BC-4A06-836B-53F4F5FEC441}"/>
              </a:ext>
            </a:extLst>
          </p:cNvPr>
          <p:cNvSpPr/>
          <p:nvPr/>
        </p:nvSpPr>
        <p:spPr>
          <a:xfrm>
            <a:off x="8469599" y="4144796"/>
            <a:ext cx="3194810" cy="1336432"/>
          </a:xfrm>
          <a:prstGeom prst="roundRect">
            <a:avLst/>
          </a:prstGeom>
          <a:solidFill>
            <a:srgbClr val="EBF2FA"/>
          </a:solidFill>
          <a:ln w="12700">
            <a:solidFill>
              <a:srgbClr val="C8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>
              <a:latin typeface="Noto Sans KR" panose="020B0200000000000000" pitchFamily="50" charset="-127"/>
            </a:endParaRPr>
          </a:p>
        </p:txBody>
      </p:sp>
      <p:pic>
        <p:nvPicPr>
          <p:cNvPr id="58" name="그림 57">
            <a:extLst>
              <a:ext uri="{FF2B5EF4-FFF2-40B4-BE49-F238E27FC236}">
                <a16:creationId xmlns:a16="http://schemas.microsoft.com/office/drawing/2014/main" xmlns="" id="{6CDBC9B4-63A2-4E1A-9A85-6B19810ADD8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564314" y="4277813"/>
            <a:ext cx="2992083" cy="1028296"/>
          </a:xfrm>
          <a:prstGeom prst="rect">
            <a:avLst/>
          </a:prstGeom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xmlns="" id="{6F14E157-10FC-4D14-86F2-74C0FD7BF70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591737" y="4298270"/>
            <a:ext cx="3040224" cy="1023089"/>
          </a:xfrm>
          <a:prstGeom prst="rect">
            <a:avLst/>
          </a:prstGeom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xmlns="" id="{3DECBA79-F922-41C5-9E99-A23756A6F5B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27660" y="4271686"/>
            <a:ext cx="3098534" cy="1054036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xmlns="" id="{DAA7D09D-E589-439A-B367-96CF9C28B5DC}"/>
              </a:ext>
            </a:extLst>
          </p:cNvPr>
          <p:cNvSpPr txBox="1"/>
          <p:nvPr/>
        </p:nvSpPr>
        <p:spPr>
          <a:xfrm>
            <a:off x="4463609" y="3797587"/>
            <a:ext cx="3780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altLang="ko-KR" sz="1400" b="1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USER </a:t>
            </a:r>
            <a:r>
              <a:rPr lang="ko-KR" altLang="en-US" sz="1400" b="1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권한 </a:t>
            </a:r>
            <a:r>
              <a:rPr lang="en-US" altLang="ko-KR" sz="1400" b="1">
                <a:solidFill>
                  <a:srgbClr val="E963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 pitchFamily="34" charset="-120"/>
              </a:rPr>
              <a:t>→ </a:t>
            </a:r>
            <a:r>
              <a:rPr lang="ko-KR" altLang="en-US" sz="1400" b="1">
                <a:solidFill>
                  <a:srgbClr val="E963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 pitchFamily="34" charset="-120"/>
              </a:rPr>
              <a:t>관리자 기능 접근 시 접근 차단</a:t>
            </a:r>
            <a:endParaRPr lang="ko-KR" altLang="en-US" sz="1400" b="1">
              <a:solidFill>
                <a:srgbClr val="FF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xmlns="" id="{536412C0-FBBD-4480-B3AA-3B3CE1FA8E24}"/>
              </a:ext>
            </a:extLst>
          </p:cNvPr>
          <p:cNvSpPr txBox="1"/>
          <p:nvPr/>
        </p:nvSpPr>
        <p:spPr>
          <a:xfrm>
            <a:off x="8499554" y="3794309"/>
            <a:ext cx="33030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altLang="ko-KR" sz="1400" b="1">
                <a:solidFill>
                  <a:schemeClr val="accent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ADMIN</a:t>
            </a:r>
            <a:r>
              <a:rPr lang="ko-KR" altLang="en-US" sz="1400" b="1">
                <a:solidFill>
                  <a:schemeClr val="accent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권한 </a:t>
            </a:r>
            <a:r>
              <a:rPr lang="en-US" altLang="ko-KR" sz="1400" b="1">
                <a:solidFill>
                  <a:schemeClr val="accent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 pitchFamily="34" charset="-120"/>
              </a:rPr>
              <a:t>→ </a:t>
            </a:r>
            <a:r>
              <a:rPr lang="ko-KR" altLang="en-US" sz="1400" b="1">
                <a:solidFill>
                  <a:schemeClr val="accent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 pitchFamily="34" charset="-120"/>
              </a:rPr>
              <a:t>관리자 기능 접근 가능</a:t>
            </a:r>
            <a:endParaRPr lang="ko-KR" altLang="en-US" sz="1400" b="1">
              <a:solidFill>
                <a:schemeClr val="accent6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xmlns="" id="{BCCB86D6-5874-4920-95A4-AF741547E05F}"/>
              </a:ext>
            </a:extLst>
          </p:cNvPr>
          <p:cNvSpPr txBox="1"/>
          <p:nvPr/>
        </p:nvSpPr>
        <p:spPr>
          <a:xfrm>
            <a:off x="600107" y="3794308"/>
            <a:ext cx="29273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ko-KR" altLang="en-US" sz="1400" b="1">
                <a:solidFill>
                  <a:srgbClr val="14306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일반회원</a:t>
            </a:r>
            <a:r>
              <a:rPr lang="en-US" altLang="ko-KR" sz="1400" b="1">
                <a:solidFill>
                  <a:srgbClr val="14306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400" b="1">
                <a:solidFill>
                  <a:srgbClr val="14306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마이페이지 정상 접근</a:t>
            </a:r>
          </a:p>
        </p:txBody>
      </p:sp>
      <p:sp>
        <p:nvSpPr>
          <p:cNvPr id="64" name="Rounded Rectangle 107">
            <a:extLst>
              <a:ext uri="{FF2B5EF4-FFF2-40B4-BE49-F238E27FC236}">
                <a16:creationId xmlns:a16="http://schemas.microsoft.com/office/drawing/2014/main" xmlns="" id="{BA74AF36-E83B-4255-B9EF-3C21D7FCE163}"/>
              </a:ext>
            </a:extLst>
          </p:cNvPr>
          <p:cNvSpPr/>
          <p:nvPr/>
        </p:nvSpPr>
        <p:spPr>
          <a:xfrm>
            <a:off x="702183" y="2169637"/>
            <a:ext cx="2971800" cy="1234440"/>
          </a:xfrm>
          <a:prstGeom prst="roundRect">
            <a:avLst/>
          </a:prstGeom>
          <a:solidFill>
            <a:srgbClr val="E8F2FC"/>
          </a:solidFill>
          <a:ln w="12700">
            <a:solidFill>
              <a:srgbClr val="D2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>
              <a:latin typeface="Noto Sans KR" panose="020B0200000000000000" pitchFamily="50" charset="-12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xmlns="" id="{A83D409E-1A93-4B66-B18D-9F2467AB8CB2}"/>
              </a:ext>
            </a:extLst>
          </p:cNvPr>
          <p:cNvSpPr txBox="1"/>
          <p:nvPr/>
        </p:nvSpPr>
        <p:spPr>
          <a:xfrm>
            <a:off x="866775" y="2352517"/>
            <a:ext cx="2651760" cy="26776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latinLnBrk="0"/>
            <a:r>
              <a:rPr lang="ko-KR" altLang="en-US" sz="1500" b="1">
                <a:solidFill>
                  <a:srgbClr val="1D4A7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공개 기능</a:t>
            </a:r>
            <a:endParaRPr sz="1500" b="1">
              <a:solidFill>
                <a:srgbClr val="1D4A77"/>
              </a:solidFill>
              <a:latin typeface="Noto Sans KR" panose="020B0200000000000000" pitchFamily="50" charset="-12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xmlns="" id="{652AB9BC-B113-4A20-9938-9F3178C4C456}"/>
              </a:ext>
            </a:extLst>
          </p:cNvPr>
          <p:cNvSpPr txBox="1"/>
          <p:nvPr/>
        </p:nvSpPr>
        <p:spPr>
          <a:xfrm>
            <a:off x="903351" y="2736565"/>
            <a:ext cx="2587752" cy="34471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latinLnBrk="0">
              <a:spcAft>
                <a:spcPts val="400"/>
              </a:spcAft>
            </a:pPr>
            <a:r>
              <a:rPr sz="1000" b="0">
                <a:solidFill>
                  <a:srgbClr val="282828"/>
                </a:solidFill>
                <a:latin typeface="Noto Sans KR" panose="020B0200000000000000" pitchFamily="50" charset="-127"/>
              </a:rPr>
              <a:t>• </a:t>
            </a:r>
            <a:r>
              <a:rPr lang="ko-KR" altLang="en-US" sz="1000" b="0">
                <a:solidFill>
                  <a:srgbClr val="28282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회원 가입 </a:t>
            </a:r>
            <a:r>
              <a:rPr lang="en-US" altLang="ko-KR" sz="1000" b="0">
                <a:solidFill>
                  <a:srgbClr val="28282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 </a:t>
            </a:r>
            <a:r>
              <a:rPr lang="ko-KR" altLang="en-US" sz="1000" b="0">
                <a:solidFill>
                  <a:srgbClr val="28282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로그인</a:t>
            </a:r>
            <a:r>
              <a:rPr sz="1000">
                <a:latin typeface="Noto Sans KR" panose="020B0200000000000000" pitchFamily="50" charset="-127"/>
              </a:rPr>
              <a:t/>
            </a:r>
            <a:br>
              <a:rPr sz="1000">
                <a:latin typeface="Noto Sans KR" panose="020B0200000000000000" pitchFamily="50" charset="-127"/>
              </a:rPr>
            </a:br>
            <a:r>
              <a:rPr sz="1000" b="0">
                <a:solidFill>
                  <a:srgbClr val="282828"/>
                </a:solidFill>
                <a:latin typeface="Noto Sans KR" panose="020B0200000000000000" pitchFamily="50" charset="-127"/>
              </a:rPr>
              <a:t>• </a:t>
            </a:r>
            <a:r>
              <a:rPr lang="ko-KR" altLang="en-US" sz="1000" b="0">
                <a:solidFill>
                  <a:srgbClr val="28282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도서 </a:t>
            </a:r>
            <a:r>
              <a:rPr lang="en-US" altLang="ko-KR" sz="1000" b="0">
                <a:solidFill>
                  <a:srgbClr val="28282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 </a:t>
            </a:r>
            <a:r>
              <a:rPr lang="ko-KR" altLang="en-US" sz="1000" b="0">
                <a:solidFill>
                  <a:srgbClr val="28282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공연 조회</a:t>
            </a:r>
            <a:endParaRPr sz="1000" b="0">
              <a:solidFill>
                <a:srgbClr val="282828"/>
              </a:solidFill>
              <a:latin typeface="Noto Sans KR" panose="020B0200000000000000" pitchFamily="50" charset="-127"/>
            </a:endParaRPr>
          </a:p>
        </p:txBody>
      </p:sp>
      <p:sp>
        <p:nvSpPr>
          <p:cNvPr id="71" name="Rounded Rectangle 119">
            <a:extLst>
              <a:ext uri="{FF2B5EF4-FFF2-40B4-BE49-F238E27FC236}">
                <a16:creationId xmlns:a16="http://schemas.microsoft.com/office/drawing/2014/main" xmlns="" id="{4847A7B0-EE33-4BBA-9BA8-B2EEABA1C3A7}"/>
              </a:ext>
            </a:extLst>
          </p:cNvPr>
          <p:cNvSpPr/>
          <p:nvPr/>
        </p:nvSpPr>
        <p:spPr>
          <a:xfrm>
            <a:off x="8469599" y="2169637"/>
            <a:ext cx="3154680" cy="1234440"/>
          </a:xfrm>
          <a:prstGeom prst="roundRect">
            <a:avLst/>
          </a:prstGeom>
          <a:solidFill>
            <a:srgbClr val="ECF8ED"/>
          </a:solidFill>
          <a:ln w="12700">
            <a:solidFill>
              <a:srgbClr val="D2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>
              <a:latin typeface="Noto Sans KR" panose="020B0200000000000000" pitchFamily="50" charset="-127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xmlns="" id="{D94DB82A-4797-4E84-AE02-05F1C0F37B55}"/>
              </a:ext>
            </a:extLst>
          </p:cNvPr>
          <p:cNvSpPr txBox="1"/>
          <p:nvPr/>
        </p:nvSpPr>
        <p:spPr>
          <a:xfrm>
            <a:off x="8634190" y="2352517"/>
            <a:ext cx="2834640" cy="26776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latinLnBrk="0"/>
            <a:r>
              <a:rPr lang="ko-KR" altLang="en-US" sz="1500" b="1">
                <a:solidFill>
                  <a:srgbClr val="3E844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관리자 전용</a:t>
            </a:r>
            <a:endParaRPr sz="1500" b="1">
              <a:solidFill>
                <a:srgbClr val="3E8447"/>
              </a:solidFill>
              <a:latin typeface="Noto Sans KR" panose="020B0200000000000000" pitchFamily="50" charset="-127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xmlns="" id="{11786628-CCDA-486A-99BE-1A3C40E9FDDA}"/>
              </a:ext>
            </a:extLst>
          </p:cNvPr>
          <p:cNvSpPr txBox="1"/>
          <p:nvPr/>
        </p:nvSpPr>
        <p:spPr>
          <a:xfrm>
            <a:off x="8670767" y="2736565"/>
            <a:ext cx="2770632" cy="624273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marL="228600" indent="-228600" latinLnBrk="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1000" b="0">
                <a:solidFill>
                  <a:srgbClr val="28282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관리자 화면 접근</a:t>
            </a:r>
            <a:endParaRPr lang="en-US" altLang="ko-KR" sz="1000" b="0">
              <a:solidFill>
                <a:srgbClr val="28282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28600" indent="-228600" latinLnBrk="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1000">
                <a:solidFill>
                  <a:srgbClr val="28282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도서 </a:t>
            </a:r>
            <a:r>
              <a:rPr lang="en-US" altLang="ko-KR" sz="1000">
                <a:solidFill>
                  <a:srgbClr val="28282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 </a:t>
            </a:r>
            <a:r>
              <a:rPr lang="ko-KR" altLang="en-US" sz="1000">
                <a:solidFill>
                  <a:srgbClr val="28282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공연 등록</a:t>
            </a:r>
            <a:r>
              <a:rPr lang="en-US" altLang="ko-KR" sz="1000">
                <a:solidFill>
                  <a:srgbClr val="28282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000">
                <a:solidFill>
                  <a:srgbClr val="28282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삭제</a:t>
            </a:r>
            <a:endParaRPr lang="en-US" altLang="ko-KR" sz="1000">
              <a:solidFill>
                <a:srgbClr val="28282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28600" indent="-228600" latinLnBrk="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1000" b="0">
                <a:solidFill>
                  <a:srgbClr val="28282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주문 </a:t>
            </a:r>
            <a:r>
              <a:rPr lang="en-US" altLang="ko-KR" sz="1000" b="0">
                <a:solidFill>
                  <a:srgbClr val="28282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 </a:t>
            </a:r>
            <a:r>
              <a:rPr lang="ko-KR" altLang="en-US" sz="1000" b="0" err="1">
                <a:solidFill>
                  <a:srgbClr val="28282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베송</a:t>
            </a:r>
            <a:r>
              <a:rPr lang="ko-KR" altLang="en-US" sz="1000" b="0">
                <a:solidFill>
                  <a:srgbClr val="28282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관리</a:t>
            </a:r>
            <a:endParaRPr sz="1000" b="0">
              <a:solidFill>
                <a:srgbClr val="282828"/>
              </a:solidFill>
              <a:latin typeface="Noto Sans KR" panose="020B0200000000000000" pitchFamily="50" charset="-127"/>
            </a:endParaRPr>
          </a:p>
        </p:txBody>
      </p:sp>
      <p:sp>
        <p:nvSpPr>
          <p:cNvPr id="118" name="Rounded Rectangle 111">
            <a:extLst>
              <a:ext uri="{FF2B5EF4-FFF2-40B4-BE49-F238E27FC236}">
                <a16:creationId xmlns:a16="http://schemas.microsoft.com/office/drawing/2014/main" xmlns="" id="{13D23B7A-E56E-4D48-8C03-89DF68A5992B}"/>
              </a:ext>
            </a:extLst>
          </p:cNvPr>
          <p:cNvSpPr/>
          <p:nvPr/>
        </p:nvSpPr>
        <p:spPr>
          <a:xfrm>
            <a:off x="4660161" y="2175717"/>
            <a:ext cx="2971800" cy="1234440"/>
          </a:xfrm>
          <a:prstGeom prst="roundRect">
            <a:avLst/>
          </a:prstGeom>
          <a:solidFill>
            <a:srgbClr val="FFE77F"/>
          </a:solidFill>
          <a:ln w="12700">
            <a:solidFill>
              <a:srgbClr val="D2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>
              <a:latin typeface="Noto Sans KR" panose="020B0200000000000000" pitchFamily="50" charset="-127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xmlns="" id="{EEF5E148-36FB-4D07-9C1C-069B5DA578D6}"/>
              </a:ext>
            </a:extLst>
          </p:cNvPr>
          <p:cNvSpPr txBox="1"/>
          <p:nvPr/>
        </p:nvSpPr>
        <p:spPr>
          <a:xfrm>
            <a:off x="4804176" y="2351962"/>
            <a:ext cx="2651760" cy="26776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latinLnBrk="0"/>
            <a:r>
              <a:rPr lang="ko-KR" altLang="en-US" sz="1500" b="1">
                <a:solidFill>
                  <a:srgbClr val="C38C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일반 사용자 기능</a:t>
            </a:r>
            <a:endParaRPr sz="1500" b="1">
              <a:solidFill>
                <a:srgbClr val="C38C00"/>
              </a:solidFill>
              <a:latin typeface="Noto Sans KR" panose="020B0200000000000000" pitchFamily="50" charset="-127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xmlns="" id="{FF140154-BCDD-452B-A54E-EF46DBE15630}"/>
              </a:ext>
            </a:extLst>
          </p:cNvPr>
          <p:cNvSpPr txBox="1"/>
          <p:nvPr/>
        </p:nvSpPr>
        <p:spPr>
          <a:xfrm>
            <a:off x="4840752" y="2736010"/>
            <a:ext cx="2587752" cy="624273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marL="171450" indent="-171450" latinLnBrk="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1000" b="0">
                <a:solidFill>
                  <a:srgbClr val="28282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마이페이지</a:t>
            </a:r>
            <a:r>
              <a:rPr lang="en-US" altLang="ko-KR" sz="1000">
                <a:solidFill>
                  <a:srgbClr val="28282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· </a:t>
            </a:r>
            <a:r>
              <a:rPr lang="ko-KR" altLang="en-US" sz="1000">
                <a:solidFill>
                  <a:srgbClr val="28282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회원정보 수정</a:t>
            </a:r>
            <a:endParaRPr lang="en-US" altLang="ko-KR" sz="1000">
              <a:solidFill>
                <a:srgbClr val="28282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 latinLnBrk="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1000" b="0">
                <a:solidFill>
                  <a:srgbClr val="28282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관심 도서 </a:t>
            </a:r>
            <a:r>
              <a:rPr lang="en-US" altLang="ko-KR" sz="1000" b="0">
                <a:solidFill>
                  <a:srgbClr val="28282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 </a:t>
            </a:r>
            <a:r>
              <a:rPr lang="ko-KR" altLang="en-US" sz="1000">
                <a:solidFill>
                  <a:srgbClr val="28282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최근 본 도서</a:t>
            </a:r>
            <a:endParaRPr lang="en-US" altLang="ko-KR" sz="1000">
              <a:solidFill>
                <a:srgbClr val="28282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 latinLnBrk="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1000" b="0">
                <a:solidFill>
                  <a:srgbClr val="28282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장바구니</a:t>
            </a:r>
            <a:r>
              <a:rPr lang="en-US" altLang="ko-KR" sz="1000">
                <a:solidFill>
                  <a:srgbClr val="28282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· </a:t>
            </a:r>
            <a:r>
              <a:rPr lang="ko-KR" altLang="en-US" sz="1000">
                <a:solidFill>
                  <a:srgbClr val="28282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주문</a:t>
            </a:r>
            <a:r>
              <a:rPr lang="en-US" altLang="ko-KR" sz="1000">
                <a:solidFill>
                  <a:srgbClr val="28282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· </a:t>
            </a:r>
            <a:r>
              <a:rPr lang="ko-KR" altLang="en-US" sz="1000">
                <a:solidFill>
                  <a:srgbClr val="28282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예매</a:t>
            </a:r>
            <a:r>
              <a:rPr lang="en-US" altLang="ko-KR" sz="1000">
                <a:solidFill>
                  <a:srgbClr val="28282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· </a:t>
            </a:r>
            <a:r>
              <a:rPr lang="ko-KR" altLang="en-US" sz="1000">
                <a:solidFill>
                  <a:srgbClr val="28282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결제</a:t>
            </a:r>
            <a:r>
              <a:rPr lang="en-US" altLang="ko-KR" sz="1000">
                <a:solidFill>
                  <a:srgbClr val="28282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· </a:t>
            </a:r>
            <a:r>
              <a:rPr lang="ko-KR" altLang="en-US" sz="1000">
                <a:solidFill>
                  <a:srgbClr val="28282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환불</a:t>
            </a:r>
            <a:r>
              <a:rPr lang="ko-KR" altLang="en-US" sz="1000" b="0">
                <a:solidFill>
                  <a:srgbClr val="28282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endParaRPr sz="1000" b="0">
              <a:solidFill>
                <a:srgbClr val="282828"/>
              </a:solidFill>
              <a:latin typeface="Noto Sans KR" panose="020B0200000000000000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4B10E3EC-0080-4BD0-8C03-DC417C158CB9}"/>
              </a:ext>
            </a:extLst>
          </p:cNvPr>
          <p:cNvSpPr txBox="1"/>
          <p:nvPr/>
        </p:nvSpPr>
        <p:spPr>
          <a:xfrm>
            <a:off x="674122" y="1334655"/>
            <a:ext cx="10149840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latinLnBrk="0"/>
            <a:r>
              <a:rPr lang="ko-KR" altLang="en-US" sz="2100" b="1">
                <a:latin typeface="Noto Sans KR" panose="020B0200000000000000" pitchFamily="50" charset="-127"/>
                <a:ea typeface="Noto Sans KR" panose="020B0200000000000000" pitchFamily="50" charset="-127"/>
              </a:rPr>
              <a:t>공개 </a:t>
            </a:r>
            <a:r>
              <a:rPr lang="en-US" altLang="ko-KR" sz="2100">
                <a:latin typeface="Noto Sans KR" panose="020B0200000000000000" pitchFamily="50" charset="-127"/>
                <a:ea typeface="Noto Sans KR" panose="020B0200000000000000" pitchFamily="50" charset="-127"/>
                <a:cs typeface="Aptos" pitchFamily="34" charset="-120"/>
              </a:rPr>
              <a:t>· </a:t>
            </a:r>
            <a:r>
              <a:rPr lang="ko-KR" altLang="en-US" sz="2100" b="1">
                <a:latin typeface="Noto Sans KR" panose="020B0200000000000000" pitchFamily="50" charset="-127"/>
                <a:ea typeface="Noto Sans KR" panose="020B0200000000000000" pitchFamily="50" charset="-127"/>
              </a:rPr>
              <a:t>사용자 </a:t>
            </a:r>
            <a:r>
              <a:rPr lang="en-US" altLang="ko-KR" sz="2100">
                <a:latin typeface="Noto Sans KR" panose="020B0200000000000000" pitchFamily="50" charset="-127"/>
                <a:ea typeface="Noto Sans KR" panose="020B0200000000000000" pitchFamily="50" charset="-127"/>
                <a:cs typeface="Aptos" pitchFamily="34" charset="-120"/>
              </a:rPr>
              <a:t>· </a:t>
            </a:r>
            <a:r>
              <a:rPr lang="ko-KR" altLang="en-US" sz="2100" b="1">
                <a:latin typeface="Noto Sans KR" panose="020B0200000000000000" pitchFamily="50" charset="-127"/>
                <a:ea typeface="Noto Sans KR" panose="020B0200000000000000" pitchFamily="50" charset="-127"/>
              </a:rPr>
              <a:t>관리자 기능 분리</a:t>
            </a:r>
          </a:p>
        </p:txBody>
      </p:sp>
    </p:spTree>
    <p:extLst>
      <p:ext uri="{BB962C8B-B14F-4D97-AF65-F5344CB8AC3E}">
        <p14:creationId xmlns:p14="http://schemas.microsoft.com/office/powerpoint/2010/main" xmlns="" val="26989551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그래픽 190">
            <a:extLst>
              <a:ext uri="{FF2B5EF4-FFF2-40B4-BE49-F238E27FC236}">
                <a16:creationId xmlns:a16="http://schemas.microsoft.com/office/drawing/2014/main" xmlns="" id="{B5967736-A99C-BBBF-FEBF-FDFE9F35EF9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5055" y="168549"/>
            <a:ext cx="12192000" cy="6858000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xmlns="" id="{B671D4D4-5D7A-4315-8F08-293925B8B1BA}"/>
              </a:ext>
            </a:extLst>
          </p:cNvPr>
          <p:cNvSpPr txBox="1"/>
          <p:nvPr/>
        </p:nvSpPr>
        <p:spPr>
          <a:xfrm>
            <a:off x="1076694" y="332656"/>
            <a:ext cx="690102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defRPr/>
            </a:pPr>
            <a:r>
              <a:rPr lang="ko-KR" altLang="en-US" sz="2800" b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개발 내용</a:t>
            </a:r>
            <a:endParaRPr lang="en-US" altLang="ko-KR" sz="2800" b="1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atinLnBrk="0">
              <a:defRPr/>
            </a:pPr>
            <a:r>
              <a:rPr lang="ko-KR" altLang="en-US" sz="1600" b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주요 구현 기능 ② 외부 </a:t>
            </a:r>
            <a:r>
              <a:rPr lang="en-US" altLang="ko-KR" sz="1600" b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Open API </a:t>
            </a:r>
            <a:r>
              <a:rPr lang="ko-KR" altLang="en-US" sz="1600" b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연동 및 데이터 활용</a:t>
            </a:r>
          </a:p>
        </p:txBody>
      </p:sp>
      <p:sp>
        <p:nvSpPr>
          <p:cNvPr id="69" name="타원 68">
            <a:extLst>
              <a:ext uri="{FF2B5EF4-FFF2-40B4-BE49-F238E27FC236}">
                <a16:creationId xmlns:a16="http://schemas.microsoft.com/office/drawing/2014/main" xmlns="" id="{9335FBE7-7948-49CB-A400-4210EF31A78D}"/>
              </a:ext>
            </a:extLst>
          </p:cNvPr>
          <p:cNvSpPr/>
          <p:nvPr/>
        </p:nvSpPr>
        <p:spPr>
          <a:xfrm>
            <a:off x="293510" y="216809"/>
            <a:ext cx="831202" cy="885964"/>
          </a:xfrm>
          <a:prstGeom prst="ellipse">
            <a:avLst/>
          </a:prstGeom>
          <a:solidFill>
            <a:srgbClr val="337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>
                <a:latin typeface="Noto Sans KR" panose="020B0200000000000000" pitchFamily="50" charset="-127"/>
                <a:ea typeface="Noto Sans KR" panose="020B0200000000000000" pitchFamily="50" charset="-127"/>
              </a:rPr>
              <a:t>03</a:t>
            </a:r>
            <a:endParaRPr lang="ko-KR" altLang="en-US" sz="24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0" name="Rounded Rectangle 12">
            <a:extLst>
              <a:ext uri="{FF2B5EF4-FFF2-40B4-BE49-F238E27FC236}">
                <a16:creationId xmlns:a16="http://schemas.microsoft.com/office/drawing/2014/main" xmlns="" id="{A442E5ED-510F-40D2-B5E6-8D4E4A42BE39}"/>
              </a:ext>
            </a:extLst>
          </p:cNvPr>
          <p:cNvSpPr/>
          <p:nvPr/>
        </p:nvSpPr>
        <p:spPr>
          <a:xfrm>
            <a:off x="553800" y="2224199"/>
            <a:ext cx="5326176" cy="3420380"/>
          </a:xfrm>
          <a:prstGeom prst="roundRect">
            <a:avLst/>
          </a:prstGeom>
          <a:solidFill>
            <a:srgbClr val="EBF2FA"/>
          </a:solidFill>
          <a:ln w="12700">
            <a:solidFill>
              <a:srgbClr val="C8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>
              <a:latin typeface="Noto Sans KR" panose="020B0200000000000000" pitchFamily="50" charset="-127"/>
            </a:endParaRPr>
          </a:p>
        </p:txBody>
      </p:sp>
      <p:sp>
        <p:nvSpPr>
          <p:cNvPr id="31" name="Rounded Rectangle 12">
            <a:extLst>
              <a:ext uri="{FF2B5EF4-FFF2-40B4-BE49-F238E27FC236}">
                <a16:creationId xmlns:a16="http://schemas.microsoft.com/office/drawing/2014/main" xmlns="" id="{F5F5F643-83FB-48D3-ADE0-AC3EBBF831B7}"/>
              </a:ext>
            </a:extLst>
          </p:cNvPr>
          <p:cNvSpPr/>
          <p:nvPr/>
        </p:nvSpPr>
        <p:spPr>
          <a:xfrm>
            <a:off x="6305473" y="2228247"/>
            <a:ext cx="5326176" cy="3420380"/>
          </a:xfrm>
          <a:prstGeom prst="roundRect">
            <a:avLst/>
          </a:prstGeom>
          <a:solidFill>
            <a:srgbClr val="FAF7EC"/>
          </a:solidFill>
          <a:ln w="12700">
            <a:solidFill>
              <a:srgbClr val="C8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>
              <a:latin typeface="Noto Sans KR" panose="020B0200000000000000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71FC2B01-B4F5-4F40-AAD4-2695D671C9D9}"/>
              </a:ext>
            </a:extLst>
          </p:cNvPr>
          <p:cNvSpPr txBox="1"/>
          <p:nvPr/>
        </p:nvSpPr>
        <p:spPr>
          <a:xfrm>
            <a:off x="6672064" y="2331937"/>
            <a:ext cx="2651760" cy="26776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latinLnBrk="0"/>
            <a:r>
              <a:rPr lang="en-US" sz="1500" b="1">
                <a:solidFill>
                  <a:srgbClr val="C38C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KOPIS</a:t>
            </a:r>
            <a:r>
              <a:rPr lang="ko-KR" altLang="en-US" sz="1500" b="1">
                <a:solidFill>
                  <a:srgbClr val="C38C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500" b="1">
                <a:solidFill>
                  <a:srgbClr val="C38C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API</a:t>
            </a:r>
            <a:endParaRPr sz="1500" b="1">
              <a:solidFill>
                <a:srgbClr val="C38C00"/>
              </a:solidFill>
              <a:latin typeface="Noto Sans KR" panose="020B0200000000000000" pitchFamily="50" charset="-127"/>
            </a:endParaRPr>
          </a:p>
        </p:txBody>
      </p:sp>
      <p:sp>
        <p:nvSpPr>
          <p:cNvPr id="33" name="Text 8">
            <a:extLst>
              <a:ext uri="{FF2B5EF4-FFF2-40B4-BE49-F238E27FC236}">
                <a16:creationId xmlns:a16="http://schemas.microsoft.com/office/drawing/2014/main" xmlns="" id="{2EC2D9E1-118B-447E-A361-D3003F72DA03}"/>
              </a:ext>
            </a:extLst>
          </p:cNvPr>
          <p:cNvSpPr/>
          <p:nvPr/>
        </p:nvSpPr>
        <p:spPr>
          <a:xfrm>
            <a:off x="839416" y="2692251"/>
            <a:ext cx="4297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latinLnBrk="0">
              <a:buNone/>
            </a:pPr>
            <a:r>
              <a:rPr lang="en-US" sz="1800" b="1">
                <a:solidFill>
                  <a:srgbClr val="1E293B"/>
                </a:solidFill>
                <a:latin typeface="Noto Sans KR" panose="020B0200000000000000" pitchFamily="50" charset="-127"/>
              </a:rPr>
              <a:t>도서 데이터 수집</a:t>
            </a:r>
            <a:endParaRPr lang="en-US" sz="1800">
              <a:latin typeface="Noto Sans KR" panose="020B0200000000000000" pitchFamily="50" charset="-127"/>
            </a:endParaRPr>
          </a:p>
        </p:txBody>
      </p:sp>
      <p:sp>
        <p:nvSpPr>
          <p:cNvPr id="34" name="Text 38">
            <a:extLst>
              <a:ext uri="{FF2B5EF4-FFF2-40B4-BE49-F238E27FC236}">
                <a16:creationId xmlns:a16="http://schemas.microsoft.com/office/drawing/2014/main" xmlns="" id="{FCCFABA7-B613-4392-8763-FCFC814637FD}"/>
              </a:ext>
            </a:extLst>
          </p:cNvPr>
          <p:cNvSpPr/>
          <p:nvPr/>
        </p:nvSpPr>
        <p:spPr>
          <a:xfrm>
            <a:off x="6728008" y="2692251"/>
            <a:ext cx="4480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latinLnBrk="0">
              <a:buNone/>
            </a:pPr>
            <a:r>
              <a:rPr lang="en-US" sz="1800" b="1">
                <a:solidFill>
                  <a:srgbClr val="1E293B"/>
                </a:solidFill>
                <a:latin typeface="Noto Sans KR" panose="020B0200000000000000" pitchFamily="50" charset="-127"/>
              </a:rPr>
              <a:t>공연·회차·좌석 데이터 생성</a:t>
            </a:r>
            <a:endParaRPr lang="en-US" sz="1800">
              <a:latin typeface="Noto Sans KR" panose="020B0200000000000000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xmlns="" id="{B590B4EA-710F-47A9-A079-53FFC5F5B07D}"/>
              </a:ext>
            </a:extLst>
          </p:cNvPr>
          <p:cNvSpPr txBox="1"/>
          <p:nvPr/>
        </p:nvSpPr>
        <p:spPr>
          <a:xfrm>
            <a:off x="815623" y="3137680"/>
            <a:ext cx="48843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ko-KR" altLang="en-US" sz="1500">
                <a:latin typeface="Noto Sans KR" panose="020B0200000000000000" pitchFamily="50" charset="-127"/>
                <a:ea typeface="Noto Sans KR" panose="020B0200000000000000" pitchFamily="50" charset="-127"/>
              </a:rPr>
              <a:t>키워드 기반으로 도서 정보를 조회하고</a:t>
            </a:r>
            <a:r>
              <a:rPr lang="en-US" altLang="ko-KR" sz="1500">
                <a:latin typeface="Noto Sans KR" panose="020B0200000000000000" pitchFamily="50" charset="-127"/>
                <a:ea typeface="Noto Sans KR" panose="020B0200000000000000" pitchFamily="50" charset="-127"/>
              </a:rPr>
              <a:t>, ISBN · </a:t>
            </a:r>
            <a:r>
              <a:rPr lang="ko-KR" altLang="en-US" sz="1500">
                <a:latin typeface="Noto Sans KR" panose="020B0200000000000000" pitchFamily="50" charset="-127"/>
                <a:ea typeface="Noto Sans KR" panose="020B0200000000000000" pitchFamily="50" charset="-127"/>
              </a:rPr>
              <a:t>제목 </a:t>
            </a:r>
            <a:r>
              <a:rPr lang="en-US" altLang="ko-KR" sz="1500"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500">
                <a:latin typeface="Noto Sans KR" panose="020B0200000000000000" pitchFamily="50" charset="-127"/>
                <a:ea typeface="Noto Sans KR" panose="020B0200000000000000" pitchFamily="50" charset="-127"/>
              </a:rPr>
              <a:t>저자 </a:t>
            </a:r>
            <a:r>
              <a:rPr lang="en-US" altLang="ko-KR" sz="1500"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500">
                <a:latin typeface="Noto Sans KR" panose="020B0200000000000000" pitchFamily="50" charset="-127"/>
                <a:ea typeface="Noto Sans KR" panose="020B0200000000000000" pitchFamily="50" charset="-127"/>
              </a:rPr>
              <a:t>가격 등을 </a:t>
            </a:r>
            <a:r>
              <a:rPr lang="en-US" altLang="ko-KR" sz="1500">
                <a:latin typeface="Noto Sans KR" panose="020B0200000000000000" pitchFamily="50" charset="-127"/>
                <a:ea typeface="Noto Sans KR" panose="020B0200000000000000" pitchFamily="50" charset="-127"/>
              </a:rPr>
              <a:t>DB</a:t>
            </a:r>
            <a:r>
              <a:rPr lang="ko-KR" altLang="en-US" sz="1500">
                <a:latin typeface="Noto Sans KR" panose="020B0200000000000000" pitchFamily="50" charset="-127"/>
                <a:ea typeface="Noto Sans KR" panose="020B0200000000000000" pitchFamily="50" charset="-127"/>
              </a:rPr>
              <a:t>에 저장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xmlns="" id="{4CC13F47-A46F-4647-88AF-2995F94510C1}"/>
              </a:ext>
            </a:extLst>
          </p:cNvPr>
          <p:cNvSpPr txBox="1"/>
          <p:nvPr/>
        </p:nvSpPr>
        <p:spPr>
          <a:xfrm>
            <a:off x="6728008" y="3133239"/>
            <a:ext cx="477318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ko-KR" altLang="en-US" sz="1500">
                <a:latin typeface="Noto Sans KR" panose="020B0200000000000000" pitchFamily="50" charset="-127"/>
                <a:ea typeface="Noto Sans KR" panose="020B0200000000000000" pitchFamily="50" charset="-127"/>
              </a:rPr>
              <a:t>공연 기간</a:t>
            </a:r>
            <a:r>
              <a:rPr lang="en-US" altLang="ko-KR" sz="150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500">
                <a:latin typeface="Noto Sans KR" panose="020B0200000000000000" pitchFamily="50" charset="-127"/>
                <a:ea typeface="Noto Sans KR" panose="020B0200000000000000" pitchFamily="50" charset="-127"/>
              </a:rPr>
              <a:t>공연장</a:t>
            </a:r>
            <a:r>
              <a:rPr lang="en-US" altLang="ko-KR" sz="150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500">
                <a:latin typeface="Noto Sans KR" panose="020B0200000000000000" pitchFamily="50" charset="-127"/>
                <a:ea typeface="Noto Sans KR" panose="020B0200000000000000" pitchFamily="50" charset="-127"/>
              </a:rPr>
              <a:t>포스터</a:t>
            </a:r>
            <a:r>
              <a:rPr lang="en-US" altLang="ko-KR" sz="150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500">
                <a:latin typeface="Noto Sans KR" panose="020B0200000000000000" pitchFamily="50" charset="-127"/>
                <a:ea typeface="Noto Sans KR" panose="020B0200000000000000" pitchFamily="50" charset="-127"/>
              </a:rPr>
              <a:t>장르</a:t>
            </a:r>
            <a:r>
              <a:rPr lang="en-US" altLang="ko-KR" sz="150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500">
                <a:latin typeface="Noto Sans KR" panose="020B0200000000000000" pitchFamily="50" charset="-127"/>
                <a:ea typeface="Noto Sans KR" panose="020B0200000000000000" pitchFamily="50" charset="-127"/>
              </a:rPr>
              <a:t>객석 수를 수집하고 </a:t>
            </a:r>
            <a:r>
              <a:rPr lang="ko-KR" altLang="en-US" sz="1500" err="1">
                <a:latin typeface="Noto Sans KR" panose="020B0200000000000000" pitchFamily="50" charset="-127"/>
                <a:ea typeface="Noto Sans KR" panose="020B0200000000000000" pitchFamily="50" charset="-127"/>
              </a:rPr>
              <a:t>회차와</a:t>
            </a:r>
            <a:r>
              <a:rPr lang="ko-KR" altLang="en-US" sz="1500">
                <a:latin typeface="Noto Sans KR" panose="020B0200000000000000" pitchFamily="50" charset="-127"/>
                <a:ea typeface="Noto Sans KR" panose="020B0200000000000000" pitchFamily="50" charset="-127"/>
              </a:rPr>
              <a:t> 좌석을 </a:t>
            </a:r>
            <a:r>
              <a:rPr lang="en-US" altLang="ko-KR" sz="1500">
                <a:latin typeface="Noto Sans KR" panose="020B0200000000000000" pitchFamily="50" charset="-127"/>
                <a:ea typeface="Noto Sans KR" panose="020B0200000000000000" pitchFamily="50" charset="-127"/>
              </a:rPr>
              <a:t>DB</a:t>
            </a:r>
            <a:r>
              <a:rPr lang="ko-KR" altLang="en-US" sz="1500">
                <a:latin typeface="Noto Sans KR" panose="020B0200000000000000" pitchFamily="50" charset="-127"/>
                <a:ea typeface="Noto Sans KR" panose="020B0200000000000000" pitchFamily="50" charset="-127"/>
              </a:rPr>
              <a:t>에 저장</a:t>
            </a:r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xmlns="" id="{79677DA4-06D1-49D2-B3D7-7532D5E42BF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75420" y="4051430"/>
            <a:ext cx="2188123" cy="992930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xmlns="" id="{3E228B1A-7B37-4E99-8EBC-D03306CBA00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467907" y="4051429"/>
            <a:ext cx="1734776" cy="992931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xmlns="" id="{9944C8D9-19EF-47DA-8D4E-8C94894A2D13}"/>
              </a:ext>
            </a:extLst>
          </p:cNvPr>
          <p:cNvSpPr txBox="1"/>
          <p:nvPr/>
        </p:nvSpPr>
        <p:spPr>
          <a:xfrm>
            <a:off x="875419" y="5123919"/>
            <a:ext cx="21881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/>
            <a:r>
              <a:rPr lang="en-US" altLang="ko-KR" sz="1050">
                <a:latin typeface="Noto Sans KR" panose="020B0200000000000000" pitchFamily="50" charset="-127"/>
                <a:ea typeface="Noto Sans KR" panose="020B0200000000000000" pitchFamily="50" charset="-127"/>
              </a:rPr>
              <a:t>API </a:t>
            </a:r>
            <a:r>
              <a:rPr lang="ko-KR" altLang="en-US" sz="1050">
                <a:latin typeface="Noto Sans KR" panose="020B0200000000000000" pitchFamily="50" charset="-127"/>
                <a:ea typeface="Noto Sans KR" panose="020B0200000000000000" pitchFamily="50" charset="-127"/>
              </a:rPr>
              <a:t>검색 결과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xmlns="" id="{2A1307DF-EB19-434E-BB20-3FB5B7F17AC5}"/>
              </a:ext>
            </a:extLst>
          </p:cNvPr>
          <p:cNvSpPr txBox="1"/>
          <p:nvPr/>
        </p:nvSpPr>
        <p:spPr>
          <a:xfrm>
            <a:off x="3458738" y="5140523"/>
            <a:ext cx="17439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/>
            <a:r>
              <a:rPr lang="ko-KR" altLang="en-US" sz="1050">
                <a:latin typeface="Noto Sans KR" panose="020B0200000000000000" pitchFamily="50" charset="-127"/>
                <a:ea typeface="Noto Sans KR" panose="020B0200000000000000" pitchFamily="50" charset="-127"/>
              </a:rPr>
              <a:t>도서 상세 화면</a:t>
            </a:r>
          </a:p>
        </p:txBody>
      </p:sp>
      <p:pic>
        <p:nvPicPr>
          <p:cNvPr id="41" name="그림 40">
            <a:extLst>
              <a:ext uri="{FF2B5EF4-FFF2-40B4-BE49-F238E27FC236}">
                <a16:creationId xmlns:a16="http://schemas.microsoft.com/office/drawing/2014/main" xmlns="" id="{D16C16D6-A07B-43D6-B44E-9FEFD77B7648}"/>
              </a:ext>
            </a:extLst>
          </p:cNvPr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7146670" y="3934388"/>
            <a:ext cx="1294298" cy="1230739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xmlns="" id="{EBF9D5EC-B9C6-4372-A2E6-129769C69799}"/>
              </a:ext>
            </a:extLst>
          </p:cNvPr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9323824" y="3934389"/>
            <a:ext cx="1698741" cy="1215211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xmlns="" id="{FF10B904-18FA-4660-928C-3EF38F15EF5C}"/>
              </a:ext>
            </a:extLst>
          </p:cNvPr>
          <p:cNvSpPr txBox="1"/>
          <p:nvPr/>
        </p:nvSpPr>
        <p:spPr>
          <a:xfrm>
            <a:off x="7135701" y="5183415"/>
            <a:ext cx="130526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/>
            <a:r>
              <a:rPr lang="en-US" altLang="ko-KR" sz="1050">
                <a:latin typeface="Noto Sans KR" panose="020B0200000000000000" pitchFamily="50" charset="-127"/>
                <a:ea typeface="Noto Sans KR" panose="020B0200000000000000" pitchFamily="50" charset="-127"/>
              </a:rPr>
              <a:t>KOPIS </a:t>
            </a:r>
            <a:r>
              <a:rPr lang="ko-KR" altLang="en-US" sz="1050">
                <a:latin typeface="Noto Sans KR" panose="020B0200000000000000" pitchFamily="50" charset="-127"/>
                <a:ea typeface="Noto Sans KR" panose="020B0200000000000000" pitchFamily="50" charset="-127"/>
              </a:rPr>
              <a:t>검색 결과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8F6DB141-FCEA-4FDC-A3AA-0FB5EDCC7CB1}"/>
              </a:ext>
            </a:extLst>
          </p:cNvPr>
          <p:cNvSpPr txBox="1"/>
          <p:nvPr/>
        </p:nvSpPr>
        <p:spPr>
          <a:xfrm>
            <a:off x="9271196" y="5183415"/>
            <a:ext cx="17439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/>
            <a:r>
              <a:rPr lang="ko-KR" altLang="en-US" sz="1050">
                <a:latin typeface="Noto Sans KR" panose="020B0200000000000000" pitchFamily="50" charset="-127"/>
                <a:ea typeface="Noto Sans KR" panose="020B0200000000000000" pitchFamily="50" charset="-127"/>
              </a:rPr>
              <a:t>공연 상세 화면</a:t>
            </a:r>
          </a:p>
        </p:txBody>
      </p:sp>
      <p:sp>
        <p:nvSpPr>
          <p:cNvPr id="45" name="Text 6">
            <a:extLst>
              <a:ext uri="{FF2B5EF4-FFF2-40B4-BE49-F238E27FC236}">
                <a16:creationId xmlns:a16="http://schemas.microsoft.com/office/drawing/2014/main" xmlns="" id="{302A7497-ED19-47AD-A9F7-5D26DE719A36}"/>
              </a:ext>
            </a:extLst>
          </p:cNvPr>
          <p:cNvSpPr/>
          <p:nvPr/>
        </p:nvSpPr>
        <p:spPr>
          <a:xfrm>
            <a:off x="803017" y="2366785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latinLnBrk="0">
              <a:buNone/>
            </a:pPr>
            <a:r>
              <a:rPr lang="en-US" sz="1500" b="1">
                <a:solidFill>
                  <a:srgbClr val="2F7FD0"/>
                </a:solidFill>
                <a:latin typeface="Noto Sans KR" panose="020B0200000000000000" pitchFamily="50" charset="-127"/>
              </a:rPr>
              <a:t>알라딘 API</a:t>
            </a:r>
            <a:endParaRPr lang="en-US" sz="1500">
              <a:latin typeface="Noto Sans KR" panose="020B0200000000000000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D5EA7CE6-3CEB-48B6-A3E1-2B09B1077545}"/>
              </a:ext>
            </a:extLst>
          </p:cNvPr>
          <p:cNvSpPr txBox="1"/>
          <p:nvPr/>
        </p:nvSpPr>
        <p:spPr>
          <a:xfrm>
            <a:off x="674122" y="1334655"/>
            <a:ext cx="10149840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latinLnBrk="0"/>
            <a:r>
              <a:rPr lang="ko-KR" altLang="en-US" sz="2100" b="1">
                <a:solidFill>
                  <a:srgbClr val="23303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데이터 수집과 서비스 반영</a:t>
            </a:r>
          </a:p>
        </p:txBody>
      </p:sp>
    </p:spTree>
    <p:extLst>
      <p:ext uri="{BB962C8B-B14F-4D97-AF65-F5344CB8AC3E}">
        <p14:creationId xmlns:p14="http://schemas.microsoft.com/office/powerpoint/2010/main" xmlns="" val="33420894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67">
            <a:extLst>
              <a:ext uri="{FF2B5EF4-FFF2-40B4-BE49-F238E27FC236}">
                <a16:creationId xmlns:a16="http://schemas.microsoft.com/office/drawing/2014/main" xmlns="" id="{B671D4D4-5D7A-4315-8F08-293925B8B1BA}"/>
              </a:ext>
            </a:extLst>
          </p:cNvPr>
          <p:cNvSpPr txBox="1"/>
          <p:nvPr/>
        </p:nvSpPr>
        <p:spPr>
          <a:xfrm>
            <a:off x="1076694" y="332656"/>
            <a:ext cx="690102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defRPr/>
            </a:pPr>
            <a:r>
              <a:rPr lang="ko-KR" altLang="en-US" sz="2800" b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개발 내용</a:t>
            </a:r>
            <a:endParaRPr lang="en-US" altLang="ko-KR" sz="2800" b="1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atinLnBrk="0">
              <a:defRPr/>
            </a:pPr>
            <a:r>
              <a:rPr lang="ko-KR" altLang="en-US" sz="1600" b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주요 구현 기능 ② 외부 </a:t>
            </a:r>
            <a:r>
              <a:rPr lang="en-US" altLang="ko-KR" sz="1600" b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Open API </a:t>
            </a:r>
            <a:r>
              <a:rPr lang="ko-KR" altLang="en-US" sz="1600" b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연동 및 데이터 활용</a:t>
            </a:r>
          </a:p>
        </p:txBody>
      </p:sp>
      <p:sp>
        <p:nvSpPr>
          <p:cNvPr id="69" name="타원 68">
            <a:extLst>
              <a:ext uri="{FF2B5EF4-FFF2-40B4-BE49-F238E27FC236}">
                <a16:creationId xmlns:a16="http://schemas.microsoft.com/office/drawing/2014/main" xmlns="" id="{9335FBE7-7948-49CB-A400-4210EF31A78D}"/>
              </a:ext>
            </a:extLst>
          </p:cNvPr>
          <p:cNvSpPr/>
          <p:nvPr/>
        </p:nvSpPr>
        <p:spPr>
          <a:xfrm>
            <a:off x="293510" y="216809"/>
            <a:ext cx="831202" cy="885964"/>
          </a:xfrm>
          <a:prstGeom prst="ellipse">
            <a:avLst/>
          </a:prstGeom>
          <a:solidFill>
            <a:srgbClr val="337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>
                <a:latin typeface="Noto Sans KR" panose="020B0200000000000000" pitchFamily="50" charset="-127"/>
                <a:ea typeface="Noto Sans KR" panose="020B0200000000000000" pitchFamily="50" charset="-127"/>
              </a:rPr>
              <a:t>03</a:t>
            </a:r>
            <a:endParaRPr lang="ko-KR" altLang="en-US" sz="24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3" name="Rounded Rectangle 12">
            <a:extLst>
              <a:ext uri="{FF2B5EF4-FFF2-40B4-BE49-F238E27FC236}">
                <a16:creationId xmlns:a16="http://schemas.microsoft.com/office/drawing/2014/main" xmlns="" id="{DB30DBF3-9E6F-4A67-A9D7-2338F1FE98EB}"/>
              </a:ext>
            </a:extLst>
          </p:cNvPr>
          <p:cNvSpPr/>
          <p:nvPr/>
        </p:nvSpPr>
        <p:spPr>
          <a:xfrm>
            <a:off x="707930" y="4159007"/>
            <a:ext cx="3351043" cy="129899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>
              <a:latin typeface="Noto Sans KR" panose="020B0200000000000000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145F06E3-3465-4C71-AB82-F1598A3D2501}"/>
              </a:ext>
            </a:extLst>
          </p:cNvPr>
          <p:cNvSpPr txBox="1"/>
          <p:nvPr/>
        </p:nvSpPr>
        <p:spPr>
          <a:xfrm>
            <a:off x="839416" y="1592796"/>
            <a:ext cx="1078898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ko-KR" altLang="en-US" sz="15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알라딘 </a:t>
            </a:r>
            <a:r>
              <a:rPr lang="en-US" altLang="ko-KR" sz="15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Open API</a:t>
            </a:r>
            <a:r>
              <a:rPr lang="ko-KR" altLang="en-US" sz="15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와 </a:t>
            </a:r>
            <a:r>
              <a:rPr lang="en-US" altLang="ko-KR" sz="15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KOPIS Open API</a:t>
            </a:r>
            <a:r>
              <a:rPr lang="ko-KR" altLang="en-US" sz="15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를 연동하여 도서</a:t>
            </a:r>
            <a:r>
              <a:rPr lang="en-US" altLang="ko-KR" sz="15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5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공연 데이터를 수집하고 서비스 화면에 반영</a:t>
            </a:r>
          </a:p>
        </p:txBody>
      </p:sp>
      <p:sp>
        <p:nvSpPr>
          <p:cNvPr id="26" name="Shape 5">
            <a:extLst>
              <a:ext uri="{FF2B5EF4-FFF2-40B4-BE49-F238E27FC236}">
                <a16:creationId xmlns:a16="http://schemas.microsoft.com/office/drawing/2014/main" xmlns="" id="{63C48A2C-3A0B-4BE2-8C5A-B155E4C7EE61}"/>
              </a:ext>
            </a:extLst>
          </p:cNvPr>
          <p:cNvSpPr/>
          <p:nvPr/>
        </p:nvSpPr>
        <p:spPr>
          <a:xfrm>
            <a:off x="809033" y="2101984"/>
            <a:ext cx="2286000" cy="1097280"/>
          </a:xfrm>
          <a:prstGeom prst="roundRect">
            <a:avLst>
              <a:gd name="adj" fmla="val 8333"/>
            </a:avLst>
          </a:prstGeom>
          <a:solidFill>
            <a:srgbClr val="F7FBFF"/>
          </a:solidFill>
          <a:ln w="12700">
            <a:solidFill>
              <a:srgbClr val="BFD6EF"/>
            </a:solidFill>
            <a:prstDash val="solid"/>
          </a:ln>
          <a:effectLst>
            <a:outerShdw algn="bl" rotWithShape="0">
              <a:srgbClr val="D9E7F7">
                <a:alpha val="0"/>
              </a:srgbClr>
            </a:outerShdw>
          </a:effectLst>
        </p:spPr>
      </p:sp>
      <p:sp>
        <p:nvSpPr>
          <p:cNvPr id="27" name="Text 6">
            <a:extLst>
              <a:ext uri="{FF2B5EF4-FFF2-40B4-BE49-F238E27FC236}">
                <a16:creationId xmlns:a16="http://schemas.microsoft.com/office/drawing/2014/main" xmlns="" id="{D8A65F8C-D5DF-4968-9970-7E9C810523B4}"/>
              </a:ext>
            </a:extLst>
          </p:cNvPr>
          <p:cNvSpPr/>
          <p:nvPr/>
        </p:nvSpPr>
        <p:spPr>
          <a:xfrm>
            <a:off x="1010201" y="2284864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latinLnBrk="0">
              <a:buNone/>
            </a:pPr>
            <a:r>
              <a:rPr lang="en-US" sz="1600" b="1">
                <a:solidFill>
                  <a:srgbClr val="2F7FD0"/>
                </a:solidFill>
                <a:latin typeface="Noto Sans KR" panose="020B0200000000000000" pitchFamily="50" charset="-127"/>
              </a:rPr>
              <a:t>알라딘 API</a:t>
            </a:r>
            <a:endParaRPr lang="en-US" sz="1600">
              <a:latin typeface="Noto Sans KR" panose="020B0200000000000000" pitchFamily="50" charset="-127"/>
            </a:endParaRPr>
          </a:p>
        </p:txBody>
      </p:sp>
      <p:sp>
        <p:nvSpPr>
          <p:cNvPr id="46" name="Text 7">
            <a:extLst>
              <a:ext uri="{FF2B5EF4-FFF2-40B4-BE49-F238E27FC236}">
                <a16:creationId xmlns:a16="http://schemas.microsoft.com/office/drawing/2014/main" xmlns="" id="{A43B3350-AD31-4C9C-9F94-2BDCD6C0064F}"/>
              </a:ext>
            </a:extLst>
          </p:cNvPr>
          <p:cNvSpPr/>
          <p:nvPr/>
        </p:nvSpPr>
        <p:spPr>
          <a:xfrm>
            <a:off x="1010201" y="26231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latinLnBrk="0">
              <a:buNone/>
            </a:pPr>
            <a:r>
              <a:rPr lang="en-US" sz="1050">
                <a:solidFill>
                  <a:srgbClr val="1E293B"/>
                </a:solidFill>
                <a:latin typeface="Noto Sans KR" panose="020B0200000000000000" pitchFamily="50" charset="-127"/>
              </a:rPr>
              <a:t>도서 데이터</a:t>
            </a:r>
            <a:endParaRPr lang="en-US" sz="1050">
              <a:latin typeface="Noto Sans KR" panose="020B0200000000000000" pitchFamily="50" charset="-127"/>
            </a:endParaRPr>
          </a:p>
          <a:p>
            <a:pPr marL="0" indent="0" algn="ctr" latinLnBrk="0">
              <a:buNone/>
            </a:pPr>
            <a:r>
              <a:rPr lang="en-US" sz="1050">
                <a:solidFill>
                  <a:srgbClr val="1E293B"/>
                </a:solidFill>
                <a:latin typeface="Noto Sans KR" panose="020B0200000000000000" pitchFamily="50" charset="-127"/>
              </a:rPr>
              <a:t>검색·상세·구매 기반</a:t>
            </a:r>
            <a:endParaRPr lang="en-US" sz="1050">
              <a:latin typeface="Noto Sans KR" panose="020B0200000000000000" pitchFamily="50" charset="-127"/>
            </a:endParaRPr>
          </a:p>
        </p:txBody>
      </p:sp>
      <p:sp>
        <p:nvSpPr>
          <p:cNvPr id="47" name="Shape 8">
            <a:extLst>
              <a:ext uri="{FF2B5EF4-FFF2-40B4-BE49-F238E27FC236}">
                <a16:creationId xmlns:a16="http://schemas.microsoft.com/office/drawing/2014/main" xmlns="" id="{CD7A4313-C487-4CA5-8713-787EBD10B830}"/>
              </a:ext>
            </a:extLst>
          </p:cNvPr>
          <p:cNvSpPr/>
          <p:nvPr/>
        </p:nvSpPr>
        <p:spPr>
          <a:xfrm>
            <a:off x="5051849" y="2101984"/>
            <a:ext cx="2286000" cy="1097280"/>
          </a:xfrm>
          <a:prstGeom prst="roundRect">
            <a:avLst>
              <a:gd name="adj" fmla="val 8333"/>
            </a:avLst>
          </a:prstGeom>
          <a:solidFill>
            <a:srgbClr val="F1FFF7"/>
          </a:solidFill>
          <a:ln w="12700">
            <a:solidFill>
              <a:srgbClr val="A7E2C0"/>
            </a:solidFill>
            <a:prstDash val="solid"/>
          </a:ln>
          <a:effectLst>
            <a:outerShdw algn="bl" rotWithShape="0">
              <a:srgbClr val="D9E7F7">
                <a:alpha val="0"/>
              </a:srgbClr>
            </a:outerShdw>
          </a:effectLst>
        </p:spPr>
      </p:sp>
      <p:sp>
        <p:nvSpPr>
          <p:cNvPr id="48" name="Text 9">
            <a:extLst>
              <a:ext uri="{FF2B5EF4-FFF2-40B4-BE49-F238E27FC236}">
                <a16:creationId xmlns:a16="http://schemas.microsoft.com/office/drawing/2014/main" xmlns="" id="{8475F1F3-3BEF-4C6C-B3FB-C81090A6EE95}"/>
              </a:ext>
            </a:extLst>
          </p:cNvPr>
          <p:cNvSpPr/>
          <p:nvPr/>
        </p:nvSpPr>
        <p:spPr>
          <a:xfrm>
            <a:off x="5262161" y="2284864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latinLnBrk="0">
              <a:buNone/>
            </a:pPr>
            <a:r>
              <a:rPr lang="en-US" sz="1600" b="1">
                <a:solidFill>
                  <a:srgbClr val="19A974"/>
                </a:solidFill>
                <a:latin typeface="Noto Sans KR" panose="020B0200000000000000" pitchFamily="50" charset="-127"/>
              </a:rPr>
              <a:t>서비스 DB</a:t>
            </a:r>
            <a:endParaRPr lang="en-US" sz="1600">
              <a:latin typeface="Noto Sans KR" panose="020B0200000000000000" pitchFamily="50" charset="-127"/>
            </a:endParaRPr>
          </a:p>
        </p:txBody>
      </p:sp>
      <p:sp>
        <p:nvSpPr>
          <p:cNvPr id="49" name="Text 10">
            <a:extLst>
              <a:ext uri="{FF2B5EF4-FFF2-40B4-BE49-F238E27FC236}">
                <a16:creationId xmlns:a16="http://schemas.microsoft.com/office/drawing/2014/main" xmlns="" id="{E99F2F67-2538-4F56-A9E1-9CE5C0BAB96B}"/>
              </a:ext>
            </a:extLst>
          </p:cNvPr>
          <p:cNvSpPr/>
          <p:nvPr/>
        </p:nvSpPr>
        <p:spPr>
          <a:xfrm>
            <a:off x="5271305" y="2623192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latinLnBrk="0">
              <a:buNone/>
            </a:pPr>
            <a:r>
              <a:rPr lang="en-US" sz="1050">
                <a:solidFill>
                  <a:srgbClr val="1E293B"/>
                </a:solidFill>
                <a:latin typeface="Noto Sans KR" panose="020B0200000000000000" pitchFamily="50" charset="-127"/>
              </a:rPr>
              <a:t>book / performance</a:t>
            </a:r>
            <a:endParaRPr lang="en-US" sz="1050">
              <a:latin typeface="Noto Sans KR" panose="020B0200000000000000" pitchFamily="50" charset="-127"/>
            </a:endParaRPr>
          </a:p>
          <a:p>
            <a:pPr marL="0" indent="0" algn="ctr" latinLnBrk="0">
              <a:buNone/>
            </a:pPr>
            <a:r>
              <a:rPr lang="en-US" sz="1050">
                <a:solidFill>
                  <a:srgbClr val="1E293B"/>
                </a:solidFill>
                <a:latin typeface="Noto Sans KR" panose="020B0200000000000000" pitchFamily="50" charset="-127"/>
              </a:rPr>
              <a:t>schedule / seats</a:t>
            </a:r>
            <a:endParaRPr lang="en-US" sz="1050">
              <a:latin typeface="Noto Sans KR" panose="020B0200000000000000" pitchFamily="50" charset="-127"/>
            </a:endParaRPr>
          </a:p>
        </p:txBody>
      </p:sp>
      <p:sp>
        <p:nvSpPr>
          <p:cNvPr id="50" name="Shape 11">
            <a:extLst>
              <a:ext uri="{FF2B5EF4-FFF2-40B4-BE49-F238E27FC236}">
                <a16:creationId xmlns:a16="http://schemas.microsoft.com/office/drawing/2014/main" xmlns="" id="{45B0F019-2337-4D16-9214-4CD99D2051AF}"/>
              </a:ext>
            </a:extLst>
          </p:cNvPr>
          <p:cNvSpPr/>
          <p:nvPr/>
        </p:nvSpPr>
        <p:spPr>
          <a:xfrm>
            <a:off x="9084353" y="2101984"/>
            <a:ext cx="2286000" cy="1097280"/>
          </a:xfrm>
          <a:prstGeom prst="roundRect">
            <a:avLst>
              <a:gd name="adj" fmla="val 8333"/>
            </a:avLst>
          </a:prstGeom>
          <a:solidFill>
            <a:srgbClr val="FFF9E5"/>
          </a:solidFill>
          <a:ln w="12700">
            <a:solidFill>
              <a:srgbClr val="F1D27A"/>
            </a:solidFill>
            <a:prstDash val="solid"/>
          </a:ln>
          <a:effectLst>
            <a:outerShdw algn="bl" rotWithShape="0">
              <a:srgbClr val="D9E7F7">
                <a:alpha val="0"/>
              </a:srgbClr>
            </a:outerShdw>
          </a:effectLst>
        </p:spPr>
      </p:sp>
      <p:sp>
        <p:nvSpPr>
          <p:cNvPr id="51" name="Text 12">
            <a:extLst>
              <a:ext uri="{FF2B5EF4-FFF2-40B4-BE49-F238E27FC236}">
                <a16:creationId xmlns:a16="http://schemas.microsoft.com/office/drawing/2014/main" xmlns="" id="{0D51C719-3ED7-40D8-BBA6-F785E757E00E}"/>
              </a:ext>
            </a:extLst>
          </p:cNvPr>
          <p:cNvSpPr/>
          <p:nvPr/>
        </p:nvSpPr>
        <p:spPr>
          <a:xfrm>
            <a:off x="9297713" y="2301058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latinLnBrk="0">
              <a:buNone/>
            </a:pPr>
            <a:r>
              <a:rPr lang="en-US" sz="1600" b="1">
                <a:solidFill>
                  <a:srgbClr val="E99A00"/>
                </a:solidFill>
                <a:latin typeface="Noto Sans KR" panose="020B0200000000000000" pitchFamily="50" charset="-127"/>
              </a:rPr>
              <a:t>KOPIS API</a:t>
            </a:r>
            <a:endParaRPr lang="en-US" sz="1600">
              <a:latin typeface="Noto Sans KR" panose="020B0200000000000000" pitchFamily="50" charset="-127"/>
            </a:endParaRPr>
          </a:p>
        </p:txBody>
      </p:sp>
      <p:sp>
        <p:nvSpPr>
          <p:cNvPr id="52" name="Text 13">
            <a:extLst>
              <a:ext uri="{FF2B5EF4-FFF2-40B4-BE49-F238E27FC236}">
                <a16:creationId xmlns:a16="http://schemas.microsoft.com/office/drawing/2014/main" xmlns="" id="{2C43B9DB-5E09-47AB-8EF2-15A319119207}"/>
              </a:ext>
            </a:extLst>
          </p:cNvPr>
          <p:cNvSpPr/>
          <p:nvPr/>
        </p:nvSpPr>
        <p:spPr>
          <a:xfrm>
            <a:off x="9297713" y="2639386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latinLnBrk="0">
              <a:buNone/>
            </a:pPr>
            <a:r>
              <a:rPr lang="en-US" sz="1050">
                <a:solidFill>
                  <a:srgbClr val="1E293B"/>
                </a:solidFill>
                <a:latin typeface="Noto Sans KR" panose="020B0200000000000000" pitchFamily="50" charset="-127"/>
              </a:rPr>
              <a:t>공연 데이터</a:t>
            </a:r>
            <a:endParaRPr lang="en-US" sz="1050">
              <a:latin typeface="Noto Sans KR" panose="020B0200000000000000" pitchFamily="50" charset="-127"/>
            </a:endParaRPr>
          </a:p>
          <a:p>
            <a:pPr marL="0" indent="0" algn="ctr" latinLnBrk="0">
              <a:buNone/>
            </a:pPr>
            <a:r>
              <a:rPr lang="en-US" sz="1050">
                <a:solidFill>
                  <a:srgbClr val="1E293B"/>
                </a:solidFill>
                <a:latin typeface="Noto Sans KR" panose="020B0200000000000000" pitchFamily="50" charset="-127"/>
              </a:rPr>
              <a:t>회차·좌석 생성 기반</a:t>
            </a:r>
            <a:endParaRPr lang="en-US" sz="1050">
              <a:latin typeface="Noto Sans KR" panose="020B0200000000000000" pitchFamily="50" charset="-127"/>
            </a:endParaRPr>
          </a:p>
        </p:txBody>
      </p:sp>
      <p:sp>
        <p:nvSpPr>
          <p:cNvPr id="53" name="Shape 14">
            <a:extLst>
              <a:ext uri="{FF2B5EF4-FFF2-40B4-BE49-F238E27FC236}">
                <a16:creationId xmlns:a16="http://schemas.microsoft.com/office/drawing/2014/main" xmlns="" id="{E0536D82-ECB1-405B-A92D-2755BBADDAAF}"/>
              </a:ext>
            </a:extLst>
          </p:cNvPr>
          <p:cNvSpPr/>
          <p:nvPr/>
        </p:nvSpPr>
        <p:spPr>
          <a:xfrm>
            <a:off x="3095033" y="2650624"/>
            <a:ext cx="1956816" cy="0"/>
          </a:xfrm>
          <a:prstGeom prst="line">
            <a:avLst/>
          </a:prstGeom>
          <a:noFill/>
          <a:ln w="15240">
            <a:solidFill>
              <a:srgbClr val="1F5DAE"/>
            </a:solidFill>
            <a:prstDash val="solid"/>
            <a:headEnd type="none"/>
            <a:tailEnd type="triangle"/>
          </a:ln>
        </p:spPr>
      </p:sp>
      <p:sp>
        <p:nvSpPr>
          <p:cNvPr id="54" name="Shape 14">
            <a:extLst>
              <a:ext uri="{FF2B5EF4-FFF2-40B4-BE49-F238E27FC236}">
                <a16:creationId xmlns:a16="http://schemas.microsoft.com/office/drawing/2014/main" xmlns="" id="{29F11267-0503-421B-A601-A491D1677DC0}"/>
              </a:ext>
            </a:extLst>
          </p:cNvPr>
          <p:cNvSpPr/>
          <p:nvPr/>
        </p:nvSpPr>
        <p:spPr>
          <a:xfrm flipH="1" flipV="1">
            <a:off x="7337849" y="2639386"/>
            <a:ext cx="1749552" cy="11238"/>
          </a:xfrm>
          <a:prstGeom prst="line">
            <a:avLst/>
          </a:prstGeom>
          <a:noFill/>
          <a:ln w="15240">
            <a:solidFill>
              <a:srgbClr val="1F5DAE"/>
            </a:solidFill>
            <a:prstDash val="solid"/>
            <a:headEnd type="none"/>
            <a:tailEnd type="triangle"/>
          </a:ln>
        </p:spPr>
      </p:sp>
      <p:sp>
        <p:nvSpPr>
          <p:cNvPr id="56" name="Shape 26">
            <a:extLst>
              <a:ext uri="{FF2B5EF4-FFF2-40B4-BE49-F238E27FC236}">
                <a16:creationId xmlns:a16="http://schemas.microsoft.com/office/drawing/2014/main" xmlns="" id="{0562C0DF-3DAC-4BE8-A44E-F9549810C684}"/>
              </a:ext>
            </a:extLst>
          </p:cNvPr>
          <p:cNvSpPr/>
          <p:nvPr/>
        </p:nvSpPr>
        <p:spPr>
          <a:xfrm>
            <a:off x="4656585" y="4296409"/>
            <a:ext cx="28803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CE7F2"/>
            </a:solidFill>
            <a:prstDash val="solid"/>
          </a:ln>
        </p:spPr>
      </p:sp>
      <p:sp>
        <p:nvSpPr>
          <p:cNvPr id="57" name="Text 27">
            <a:extLst>
              <a:ext uri="{FF2B5EF4-FFF2-40B4-BE49-F238E27FC236}">
                <a16:creationId xmlns:a16="http://schemas.microsoft.com/office/drawing/2014/main" xmlns="" id="{4D60F353-AA16-49ED-B5F7-056AB21806ED}"/>
              </a:ext>
            </a:extLst>
          </p:cNvPr>
          <p:cNvSpPr/>
          <p:nvPr/>
        </p:nvSpPr>
        <p:spPr>
          <a:xfrm>
            <a:off x="4912136" y="4648453"/>
            <a:ext cx="23317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 latinLnBrk="0">
              <a:lnSpc>
                <a:spcPct val="95000"/>
              </a:lnSpc>
              <a:buNone/>
            </a:pPr>
            <a:r>
              <a:rPr lang="en-US" sz="1050" b="1">
                <a:latin typeface="Noto Sans KR" panose="020B0200000000000000" pitchFamily="50" charset="-127"/>
                <a:ea typeface="Noto Sans KR" panose="020B0200000000000000" pitchFamily="50" charset="-127"/>
                <a:cs typeface="Aptos" pitchFamily="34" charset="-120"/>
              </a:rPr>
              <a:t>외부 API 응답 → 데이터 가공 → DB 저장</a:t>
            </a:r>
            <a:endParaRPr lang="en-US" sz="1050" b="1">
              <a:latin typeface="Noto Sans KR" panose="020B0200000000000000" pitchFamily="50" charset="-127"/>
            </a:endParaRPr>
          </a:p>
        </p:txBody>
      </p:sp>
      <p:sp>
        <p:nvSpPr>
          <p:cNvPr id="58" name="Text 28">
            <a:extLst>
              <a:ext uri="{FF2B5EF4-FFF2-40B4-BE49-F238E27FC236}">
                <a16:creationId xmlns:a16="http://schemas.microsoft.com/office/drawing/2014/main" xmlns="" id="{26AE4037-7C6E-4345-956B-3870FF8B50FD}"/>
              </a:ext>
            </a:extLst>
          </p:cNvPr>
          <p:cNvSpPr/>
          <p:nvPr/>
        </p:nvSpPr>
        <p:spPr>
          <a:xfrm>
            <a:off x="4912136" y="4686796"/>
            <a:ext cx="237744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 latinLnBrk="0">
              <a:lnSpc>
                <a:spcPct val="95000"/>
              </a:lnSpc>
              <a:buNone/>
            </a:pPr>
            <a:endParaRPr lang="en-US" sz="1100">
              <a:latin typeface="Noto Sans KR" panose="020B0200000000000000" pitchFamily="50" charset="-127"/>
            </a:endParaRPr>
          </a:p>
        </p:txBody>
      </p:sp>
      <p:sp>
        <p:nvSpPr>
          <p:cNvPr id="59" name="Text 22">
            <a:extLst>
              <a:ext uri="{FF2B5EF4-FFF2-40B4-BE49-F238E27FC236}">
                <a16:creationId xmlns:a16="http://schemas.microsoft.com/office/drawing/2014/main" xmlns="" id="{8F2E39CF-FFA3-4E6A-83B4-F611197BE3C3}"/>
              </a:ext>
            </a:extLst>
          </p:cNvPr>
          <p:cNvSpPr/>
          <p:nvPr/>
        </p:nvSpPr>
        <p:spPr>
          <a:xfrm>
            <a:off x="800466" y="4319269"/>
            <a:ext cx="82296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 latinLnBrk="0">
              <a:lnSpc>
                <a:spcPct val="95000"/>
              </a:lnSpc>
              <a:buNone/>
            </a:pPr>
            <a:r>
              <a:rPr lang="en-US" sz="1150" b="1">
                <a:solidFill>
                  <a:srgbClr val="2F78D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ptos" pitchFamily="34" charset="-120"/>
              </a:rPr>
              <a:t>수집 항목</a:t>
            </a:r>
            <a:endParaRPr lang="en-US" sz="1150">
              <a:latin typeface="Noto Sans KR" panose="020B0200000000000000" pitchFamily="50" charset="-127"/>
            </a:endParaRPr>
          </a:p>
        </p:txBody>
      </p:sp>
      <p:sp>
        <p:nvSpPr>
          <p:cNvPr id="60" name="Text 23">
            <a:extLst>
              <a:ext uri="{FF2B5EF4-FFF2-40B4-BE49-F238E27FC236}">
                <a16:creationId xmlns:a16="http://schemas.microsoft.com/office/drawing/2014/main" xmlns="" id="{D3929158-84AD-4968-90C4-448B3B72A834}"/>
              </a:ext>
            </a:extLst>
          </p:cNvPr>
          <p:cNvSpPr/>
          <p:nvPr/>
        </p:nvSpPr>
        <p:spPr>
          <a:xfrm>
            <a:off x="800466" y="4520437"/>
            <a:ext cx="2926080" cy="240307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 latinLnBrk="0">
              <a:lnSpc>
                <a:spcPct val="95000"/>
              </a:lnSpc>
              <a:buNone/>
            </a:pPr>
            <a:r>
              <a:rPr lang="en-US" sz="1000">
                <a:solidFill>
                  <a:srgbClr val="53617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ptos" pitchFamily="34" charset="-120"/>
              </a:rPr>
              <a:t>ISBN · 제목 · 저자 · 출판사 · 가격 · 표지 · 카테고리</a:t>
            </a:r>
            <a:endParaRPr lang="en-US" sz="1000">
              <a:latin typeface="Noto Sans KR" panose="020B0200000000000000" pitchFamily="50" charset="-127"/>
            </a:endParaRPr>
          </a:p>
        </p:txBody>
      </p:sp>
      <p:sp>
        <p:nvSpPr>
          <p:cNvPr id="61" name="Text 24">
            <a:extLst>
              <a:ext uri="{FF2B5EF4-FFF2-40B4-BE49-F238E27FC236}">
                <a16:creationId xmlns:a16="http://schemas.microsoft.com/office/drawing/2014/main" xmlns="" id="{8BBE929F-20BA-4F27-872E-4E1A55763A36}"/>
              </a:ext>
            </a:extLst>
          </p:cNvPr>
          <p:cNvSpPr/>
          <p:nvPr/>
        </p:nvSpPr>
        <p:spPr>
          <a:xfrm>
            <a:off x="800466" y="4886197"/>
            <a:ext cx="82296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 latinLnBrk="0">
              <a:lnSpc>
                <a:spcPct val="95000"/>
              </a:lnSpc>
              <a:buNone/>
            </a:pPr>
            <a:r>
              <a:rPr lang="en-US" sz="1150" b="1">
                <a:solidFill>
                  <a:srgbClr val="2F78D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ptos" pitchFamily="34" charset="-120"/>
              </a:rPr>
              <a:t>활용 화면</a:t>
            </a:r>
            <a:endParaRPr lang="en-US" sz="1150">
              <a:latin typeface="Noto Sans KR" panose="020B0200000000000000" pitchFamily="50" charset="-127"/>
            </a:endParaRPr>
          </a:p>
        </p:txBody>
      </p:sp>
      <p:sp>
        <p:nvSpPr>
          <p:cNvPr id="62" name="Text 25">
            <a:extLst>
              <a:ext uri="{FF2B5EF4-FFF2-40B4-BE49-F238E27FC236}">
                <a16:creationId xmlns:a16="http://schemas.microsoft.com/office/drawing/2014/main" xmlns="" id="{09271026-C3DD-4096-81C3-9A607DD33CA5}"/>
              </a:ext>
            </a:extLst>
          </p:cNvPr>
          <p:cNvSpPr/>
          <p:nvPr/>
        </p:nvSpPr>
        <p:spPr>
          <a:xfrm>
            <a:off x="800466" y="5087365"/>
            <a:ext cx="292608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 latinLnBrk="0">
              <a:lnSpc>
                <a:spcPct val="95000"/>
              </a:lnSpc>
              <a:buNone/>
            </a:pPr>
            <a:r>
              <a:rPr lang="en-US" sz="1000">
                <a:solidFill>
                  <a:srgbClr val="53617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ptos" pitchFamily="34" charset="-120"/>
              </a:rPr>
              <a:t>도서 검색 / 목록 / 상세 / 구매 화면</a:t>
            </a:r>
            <a:endParaRPr lang="en-US" sz="1000">
              <a:latin typeface="Noto Sans KR" panose="020B0200000000000000" pitchFamily="50" charset="-127"/>
            </a:endParaRPr>
          </a:p>
        </p:txBody>
      </p:sp>
      <p:sp>
        <p:nvSpPr>
          <p:cNvPr id="63" name="Shape 26">
            <a:extLst>
              <a:ext uri="{FF2B5EF4-FFF2-40B4-BE49-F238E27FC236}">
                <a16:creationId xmlns:a16="http://schemas.microsoft.com/office/drawing/2014/main" xmlns="" id="{FD9D1713-38A8-40BF-BB18-E030052A8B20}"/>
              </a:ext>
            </a:extLst>
          </p:cNvPr>
          <p:cNvSpPr/>
          <p:nvPr/>
        </p:nvSpPr>
        <p:spPr>
          <a:xfrm>
            <a:off x="8277362" y="4207376"/>
            <a:ext cx="3351043" cy="1298996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CE7F2"/>
            </a:solidFill>
            <a:prstDash val="solid"/>
          </a:ln>
        </p:spPr>
      </p:sp>
      <p:sp>
        <p:nvSpPr>
          <p:cNvPr id="64" name="Text 29">
            <a:extLst>
              <a:ext uri="{FF2B5EF4-FFF2-40B4-BE49-F238E27FC236}">
                <a16:creationId xmlns:a16="http://schemas.microsoft.com/office/drawing/2014/main" xmlns="" id="{B4623060-1A67-401C-96D8-D8A426DC7E99}"/>
              </a:ext>
            </a:extLst>
          </p:cNvPr>
          <p:cNvSpPr/>
          <p:nvPr/>
        </p:nvSpPr>
        <p:spPr>
          <a:xfrm>
            <a:off x="8489844" y="4337707"/>
            <a:ext cx="82296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 latinLnBrk="0">
              <a:lnSpc>
                <a:spcPct val="95000"/>
              </a:lnSpc>
              <a:buNone/>
            </a:pPr>
            <a:r>
              <a:rPr lang="en-US" sz="1150" b="1">
                <a:solidFill>
                  <a:srgbClr val="D08D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ptos" pitchFamily="34" charset="-120"/>
              </a:rPr>
              <a:t>수집 항목</a:t>
            </a:r>
            <a:endParaRPr lang="en-US" sz="1150">
              <a:latin typeface="Noto Sans KR" panose="020B0200000000000000" pitchFamily="50" charset="-127"/>
            </a:endParaRPr>
          </a:p>
        </p:txBody>
      </p:sp>
      <p:sp>
        <p:nvSpPr>
          <p:cNvPr id="65" name="Text 30">
            <a:extLst>
              <a:ext uri="{FF2B5EF4-FFF2-40B4-BE49-F238E27FC236}">
                <a16:creationId xmlns:a16="http://schemas.microsoft.com/office/drawing/2014/main" xmlns="" id="{2CD5A352-6004-48DC-9FD4-327F66C76985}"/>
              </a:ext>
            </a:extLst>
          </p:cNvPr>
          <p:cNvSpPr/>
          <p:nvPr/>
        </p:nvSpPr>
        <p:spPr>
          <a:xfrm>
            <a:off x="8489844" y="4538875"/>
            <a:ext cx="306324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 latinLnBrk="0">
              <a:lnSpc>
                <a:spcPct val="95000"/>
              </a:lnSpc>
              <a:buNone/>
            </a:pPr>
            <a:r>
              <a:rPr lang="en-US" sz="1000">
                <a:solidFill>
                  <a:srgbClr val="53617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ptos" pitchFamily="34" charset="-120"/>
              </a:rPr>
              <a:t>공연명 · 공연장 · 포스터 · 장르 · 공연기간 · 객석수</a:t>
            </a:r>
            <a:endParaRPr lang="en-US" sz="1000">
              <a:latin typeface="Noto Sans KR" panose="020B0200000000000000" pitchFamily="50" charset="-127"/>
            </a:endParaRPr>
          </a:p>
        </p:txBody>
      </p:sp>
      <p:sp>
        <p:nvSpPr>
          <p:cNvPr id="66" name="Text 31">
            <a:extLst>
              <a:ext uri="{FF2B5EF4-FFF2-40B4-BE49-F238E27FC236}">
                <a16:creationId xmlns:a16="http://schemas.microsoft.com/office/drawing/2014/main" xmlns="" id="{AC0F7FAC-3BBA-4C75-B048-D113AEB734D9}"/>
              </a:ext>
            </a:extLst>
          </p:cNvPr>
          <p:cNvSpPr/>
          <p:nvPr/>
        </p:nvSpPr>
        <p:spPr>
          <a:xfrm>
            <a:off x="8489844" y="4904635"/>
            <a:ext cx="82296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 latinLnBrk="0">
              <a:lnSpc>
                <a:spcPct val="95000"/>
              </a:lnSpc>
              <a:buNone/>
            </a:pPr>
            <a:r>
              <a:rPr lang="en-US" sz="1150" b="1">
                <a:solidFill>
                  <a:srgbClr val="D08D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ptos" pitchFamily="34" charset="-120"/>
              </a:rPr>
              <a:t>생성 결과</a:t>
            </a:r>
            <a:endParaRPr lang="en-US" sz="1150">
              <a:latin typeface="Noto Sans KR" panose="020B0200000000000000" pitchFamily="50" charset="-127"/>
            </a:endParaRPr>
          </a:p>
        </p:txBody>
      </p:sp>
      <p:sp>
        <p:nvSpPr>
          <p:cNvPr id="67" name="Text 32">
            <a:extLst>
              <a:ext uri="{FF2B5EF4-FFF2-40B4-BE49-F238E27FC236}">
                <a16:creationId xmlns:a16="http://schemas.microsoft.com/office/drawing/2014/main" xmlns="" id="{780E3624-EC14-483E-9956-92408F6F1E74}"/>
              </a:ext>
            </a:extLst>
          </p:cNvPr>
          <p:cNvSpPr/>
          <p:nvPr/>
        </p:nvSpPr>
        <p:spPr>
          <a:xfrm>
            <a:off x="8489844" y="5105803"/>
            <a:ext cx="292608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 latinLnBrk="0">
              <a:lnSpc>
                <a:spcPct val="95000"/>
              </a:lnSpc>
              <a:buNone/>
            </a:pPr>
            <a:r>
              <a:rPr lang="en-US" sz="1000">
                <a:solidFill>
                  <a:srgbClr val="53617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ptos" pitchFamily="34" charset="-120"/>
              </a:rPr>
              <a:t>공연 DB 저장 + 회차·좌석 자동 생성</a:t>
            </a:r>
            <a:endParaRPr lang="en-US" sz="1000">
              <a:latin typeface="Noto Sans KR" panose="020B0200000000000000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35F2A88D-E7AE-4301-8D80-7BF606548CCC}"/>
              </a:ext>
            </a:extLst>
          </p:cNvPr>
          <p:cNvSpPr txBox="1"/>
          <p:nvPr/>
        </p:nvSpPr>
        <p:spPr>
          <a:xfrm>
            <a:off x="674122" y="1334655"/>
            <a:ext cx="10149840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latinLnBrk="0"/>
            <a:r>
              <a:rPr lang="ko-KR" altLang="en-US" sz="2100" b="1">
                <a:solidFill>
                  <a:srgbClr val="23303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데이터 수집과 서비스 반영</a:t>
            </a:r>
          </a:p>
        </p:txBody>
      </p:sp>
    </p:spTree>
    <p:extLst>
      <p:ext uri="{BB962C8B-B14F-4D97-AF65-F5344CB8AC3E}">
        <p14:creationId xmlns:p14="http://schemas.microsoft.com/office/powerpoint/2010/main" xmlns="" val="37060340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그래픽 190">
            <a:extLst>
              <a:ext uri="{FF2B5EF4-FFF2-40B4-BE49-F238E27FC236}">
                <a16:creationId xmlns:a16="http://schemas.microsoft.com/office/drawing/2014/main" xmlns="" id="{B5967736-A99C-BBBF-FEBF-FDFE9F35EF9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5055" y="168549"/>
            <a:ext cx="12192000" cy="6858000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xmlns="" id="{B671D4D4-5D7A-4315-8F08-293925B8B1BA}"/>
              </a:ext>
            </a:extLst>
          </p:cNvPr>
          <p:cNvSpPr txBox="1"/>
          <p:nvPr/>
        </p:nvSpPr>
        <p:spPr>
          <a:xfrm>
            <a:off x="1076694" y="332656"/>
            <a:ext cx="690102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defRPr/>
            </a:pPr>
            <a:r>
              <a:rPr lang="ko-KR" altLang="en-US" sz="2800" b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개발 내용</a:t>
            </a:r>
            <a:endParaRPr lang="en-US" altLang="ko-KR" sz="2800" b="1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atinLnBrk="0">
              <a:defRPr/>
            </a:pPr>
            <a:r>
              <a:rPr lang="ko-KR" altLang="en-US" sz="1600" b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주요 구현 기능 ③ 공연 좌석 선점 및 실시간 상태 관리</a:t>
            </a:r>
          </a:p>
          <a:p>
            <a:pPr latinLnBrk="0">
              <a:defRPr/>
            </a:pPr>
            <a:endParaRPr lang="ko-KR" altLang="en-US" sz="1600" b="1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9" name="타원 68">
            <a:extLst>
              <a:ext uri="{FF2B5EF4-FFF2-40B4-BE49-F238E27FC236}">
                <a16:creationId xmlns:a16="http://schemas.microsoft.com/office/drawing/2014/main" xmlns="" id="{9335FBE7-7948-49CB-A400-4210EF31A78D}"/>
              </a:ext>
            </a:extLst>
          </p:cNvPr>
          <p:cNvSpPr/>
          <p:nvPr/>
        </p:nvSpPr>
        <p:spPr>
          <a:xfrm>
            <a:off x="293510" y="216809"/>
            <a:ext cx="831202" cy="885964"/>
          </a:xfrm>
          <a:prstGeom prst="ellipse">
            <a:avLst/>
          </a:prstGeom>
          <a:solidFill>
            <a:srgbClr val="337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>
                <a:latin typeface="Noto Sans KR" panose="020B0200000000000000" pitchFamily="50" charset="-127"/>
                <a:ea typeface="Noto Sans KR" panose="020B0200000000000000" pitchFamily="50" charset="-127"/>
              </a:rPr>
              <a:t>03</a:t>
            </a:r>
            <a:endParaRPr lang="ko-KR" altLang="en-US" sz="24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xmlns="" id="{5CFC615E-5DF0-4D8B-9403-D8784F5B4EDE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18479" y="1930493"/>
            <a:ext cx="10546416" cy="399753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77C5DA46-BE50-444C-B9CE-418DF6899281}"/>
              </a:ext>
            </a:extLst>
          </p:cNvPr>
          <p:cNvSpPr txBox="1"/>
          <p:nvPr/>
        </p:nvSpPr>
        <p:spPr>
          <a:xfrm>
            <a:off x="674122" y="1334655"/>
            <a:ext cx="10149840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latinLnBrk="0"/>
            <a:r>
              <a:rPr lang="ko-KR" altLang="en-US" sz="2100" b="1">
                <a:solidFill>
                  <a:srgbClr val="23303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사용자 예매 흐름</a:t>
            </a:r>
          </a:p>
        </p:txBody>
      </p:sp>
    </p:spTree>
    <p:extLst>
      <p:ext uri="{BB962C8B-B14F-4D97-AF65-F5344CB8AC3E}">
        <p14:creationId xmlns:p14="http://schemas.microsoft.com/office/powerpoint/2010/main" xmlns="" val="4122125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67">
            <a:extLst>
              <a:ext uri="{FF2B5EF4-FFF2-40B4-BE49-F238E27FC236}">
                <a16:creationId xmlns:a16="http://schemas.microsoft.com/office/drawing/2014/main" xmlns="" id="{B671D4D4-5D7A-4315-8F08-293925B8B1BA}"/>
              </a:ext>
            </a:extLst>
          </p:cNvPr>
          <p:cNvSpPr txBox="1"/>
          <p:nvPr/>
        </p:nvSpPr>
        <p:spPr>
          <a:xfrm>
            <a:off x="1076694" y="332656"/>
            <a:ext cx="690102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defRPr/>
            </a:pPr>
            <a:r>
              <a:rPr lang="ko-KR" altLang="en-US" sz="2800" b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개발 내용</a:t>
            </a:r>
            <a:endParaRPr lang="en-US" altLang="ko-KR" sz="2800" b="1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atinLnBrk="0">
              <a:defRPr/>
            </a:pPr>
            <a:r>
              <a:rPr lang="ko-KR" altLang="en-US" sz="1600" b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주요 구현 기능 ③ 공연 좌석 선점 및 실시간 상태 관리</a:t>
            </a:r>
          </a:p>
          <a:p>
            <a:pPr latinLnBrk="0">
              <a:defRPr/>
            </a:pPr>
            <a:endParaRPr lang="ko-KR" altLang="en-US" sz="1600" b="1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9" name="타원 68">
            <a:extLst>
              <a:ext uri="{FF2B5EF4-FFF2-40B4-BE49-F238E27FC236}">
                <a16:creationId xmlns:a16="http://schemas.microsoft.com/office/drawing/2014/main" xmlns="" id="{9335FBE7-7948-49CB-A400-4210EF31A78D}"/>
              </a:ext>
            </a:extLst>
          </p:cNvPr>
          <p:cNvSpPr/>
          <p:nvPr/>
        </p:nvSpPr>
        <p:spPr>
          <a:xfrm>
            <a:off x="293510" y="216809"/>
            <a:ext cx="831202" cy="885964"/>
          </a:xfrm>
          <a:prstGeom prst="ellipse">
            <a:avLst/>
          </a:prstGeom>
          <a:solidFill>
            <a:srgbClr val="337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>
                <a:latin typeface="Noto Sans KR" panose="020B0200000000000000" pitchFamily="50" charset="-127"/>
                <a:ea typeface="Noto Sans KR" panose="020B0200000000000000" pitchFamily="50" charset="-127"/>
              </a:rPr>
              <a:t>03</a:t>
            </a:r>
            <a:endParaRPr lang="ko-KR" altLang="en-US" sz="24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CA2CA913-D21E-48D7-BECD-6DD15AAA4D00}"/>
              </a:ext>
            </a:extLst>
          </p:cNvPr>
          <p:cNvSpPr txBox="1"/>
          <p:nvPr/>
        </p:nvSpPr>
        <p:spPr>
          <a:xfrm>
            <a:off x="743615" y="1517896"/>
            <a:ext cx="1078898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ko-KR" altLang="en-US" sz="15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좌석 선택 시 </a:t>
            </a:r>
            <a:r>
              <a:rPr lang="en-US" altLang="ko-KR" sz="15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DB </a:t>
            </a:r>
            <a:r>
              <a:rPr lang="ko-KR" altLang="en-US" sz="15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상태를 확인하고</a:t>
            </a:r>
            <a:r>
              <a:rPr lang="en-US" altLang="ko-KR" sz="15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Redis</a:t>
            </a:r>
            <a:r>
              <a:rPr lang="ko-KR" altLang="en-US" sz="15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에 선점 정보를 저장하여 제한 시간 동안 좌석을 보호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xmlns="" id="{9961C752-D3F1-4E83-9797-453223EAF334}"/>
              </a:ext>
            </a:extLst>
          </p:cNvPr>
          <p:cNvSpPr txBox="1"/>
          <p:nvPr/>
        </p:nvSpPr>
        <p:spPr>
          <a:xfrm>
            <a:off x="674122" y="1334655"/>
            <a:ext cx="10149840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latinLnBrk="0"/>
            <a:r>
              <a:rPr lang="ko-KR" altLang="en-US" sz="2100" b="1" smtClean="0">
                <a:solidFill>
                  <a:srgbClr val="23303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선점중인 좌석을 선택한다면</a:t>
            </a:r>
            <a:r>
              <a:rPr lang="en-US" altLang="ko-KR" sz="2100" b="1">
                <a:solidFill>
                  <a:srgbClr val="23303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?</a:t>
            </a:r>
            <a:endParaRPr lang="ko-KR" altLang="en-US" sz="2100" b="1">
              <a:solidFill>
                <a:srgbClr val="23303E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6" name="그림 25" descr="스크린샷 2026-09-08 16121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523492" y="2060848"/>
            <a:ext cx="8712968" cy="4318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6440047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그래픽 190">
            <a:extLst>
              <a:ext uri="{FF2B5EF4-FFF2-40B4-BE49-F238E27FC236}">
                <a16:creationId xmlns:a16="http://schemas.microsoft.com/office/drawing/2014/main" xmlns="" id="{B5967736-A99C-BBBF-FEBF-FDFE9F35EF9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5055" y="168549"/>
            <a:ext cx="12192000" cy="6858000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xmlns="" id="{B671D4D4-5D7A-4315-8F08-293925B8B1BA}"/>
              </a:ext>
            </a:extLst>
          </p:cNvPr>
          <p:cNvSpPr txBox="1"/>
          <p:nvPr/>
        </p:nvSpPr>
        <p:spPr>
          <a:xfrm>
            <a:off x="1076694" y="332656"/>
            <a:ext cx="690102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defRPr/>
            </a:pPr>
            <a:r>
              <a:rPr lang="ko-KR" altLang="en-US" sz="2800" b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개발 내용</a:t>
            </a:r>
            <a:endParaRPr lang="en-US" altLang="ko-KR" sz="2800" b="1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atinLnBrk="0">
              <a:defRPr/>
            </a:pPr>
            <a:r>
              <a:rPr lang="ko-KR" altLang="en-US" sz="1600" b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주요 구현 기능 ③ 공연 좌석 선점 및 실시간 상태 관리</a:t>
            </a:r>
          </a:p>
          <a:p>
            <a:pPr latinLnBrk="0">
              <a:defRPr/>
            </a:pPr>
            <a:endParaRPr lang="ko-KR" altLang="en-US" sz="1600" b="1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9" name="타원 68">
            <a:extLst>
              <a:ext uri="{FF2B5EF4-FFF2-40B4-BE49-F238E27FC236}">
                <a16:creationId xmlns:a16="http://schemas.microsoft.com/office/drawing/2014/main" xmlns="" id="{9335FBE7-7948-49CB-A400-4210EF31A78D}"/>
              </a:ext>
            </a:extLst>
          </p:cNvPr>
          <p:cNvSpPr/>
          <p:nvPr/>
        </p:nvSpPr>
        <p:spPr>
          <a:xfrm>
            <a:off x="293510" y="216809"/>
            <a:ext cx="831202" cy="885964"/>
          </a:xfrm>
          <a:prstGeom prst="ellipse">
            <a:avLst/>
          </a:prstGeom>
          <a:solidFill>
            <a:srgbClr val="337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>
                <a:latin typeface="Noto Sans KR" panose="020B0200000000000000" pitchFamily="50" charset="-127"/>
                <a:ea typeface="Noto Sans KR" panose="020B0200000000000000" pitchFamily="50" charset="-127"/>
              </a:rPr>
              <a:t>03</a:t>
            </a:r>
            <a:endParaRPr lang="ko-KR" altLang="en-US" sz="24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CA2CA913-D21E-48D7-BECD-6DD15AAA4D00}"/>
              </a:ext>
            </a:extLst>
          </p:cNvPr>
          <p:cNvSpPr txBox="1"/>
          <p:nvPr/>
        </p:nvSpPr>
        <p:spPr>
          <a:xfrm>
            <a:off x="743615" y="1517896"/>
            <a:ext cx="1078898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ko-KR" altLang="en-US" sz="15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좌석 선택 시 </a:t>
            </a:r>
            <a:r>
              <a:rPr lang="en-US" altLang="ko-KR" sz="15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DB </a:t>
            </a:r>
            <a:r>
              <a:rPr lang="ko-KR" altLang="en-US" sz="15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상태를 확인하고</a:t>
            </a:r>
            <a:r>
              <a:rPr lang="en-US" altLang="ko-KR" sz="15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Redis</a:t>
            </a:r>
            <a:r>
              <a:rPr lang="ko-KR" altLang="en-US" sz="15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에 선점 정보를 저장하여 제한 시간 동안 좌석을 보호</a:t>
            </a:r>
          </a:p>
        </p:txBody>
      </p:sp>
      <p:sp>
        <p:nvSpPr>
          <p:cNvPr id="40" name="Rounded Rectangle 37">
            <a:extLst>
              <a:ext uri="{FF2B5EF4-FFF2-40B4-BE49-F238E27FC236}">
                <a16:creationId xmlns:a16="http://schemas.microsoft.com/office/drawing/2014/main" xmlns="" id="{ECD2B353-ADB7-4315-AAD7-D3A78166014F}"/>
              </a:ext>
            </a:extLst>
          </p:cNvPr>
          <p:cNvSpPr/>
          <p:nvPr/>
        </p:nvSpPr>
        <p:spPr>
          <a:xfrm>
            <a:off x="868680" y="4651412"/>
            <a:ext cx="4754880" cy="685800"/>
          </a:xfrm>
          <a:prstGeom prst="roundRect">
            <a:avLst/>
          </a:prstGeom>
          <a:solidFill>
            <a:srgbClr val="F5FFF9"/>
          </a:solidFill>
          <a:ln w="12700">
            <a:solidFill>
              <a:srgbClr val="96D2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>
              <a:latin typeface="Noto Sans KR" panose="020B0200000000000000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xmlns="" id="{1B19669C-74D1-4ABA-9E73-1EE3C48F4B5C}"/>
              </a:ext>
            </a:extLst>
          </p:cNvPr>
          <p:cNvSpPr txBox="1"/>
          <p:nvPr/>
        </p:nvSpPr>
        <p:spPr>
          <a:xfrm>
            <a:off x="1051560" y="4724942"/>
            <a:ext cx="1092607" cy="236988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l" latinLnBrk="0"/>
            <a:r>
              <a:rPr lang="ko-KR" altLang="en-US" sz="1300" b="1">
                <a:solidFill>
                  <a:srgbClr val="1A96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중복 선점 방지</a:t>
            </a:r>
            <a:endParaRPr sz="1300" b="1">
              <a:solidFill>
                <a:srgbClr val="1A965B"/>
              </a:solidFill>
              <a:latin typeface="Noto Sans KR" panose="020B0200000000000000" pitchFamily="50" charset="-127"/>
            </a:endParaRPr>
          </a:p>
        </p:txBody>
      </p:sp>
      <p:sp>
        <p:nvSpPr>
          <p:cNvPr id="42" name="Rounded Rectangle 40">
            <a:extLst>
              <a:ext uri="{FF2B5EF4-FFF2-40B4-BE49-F238E27FC236}">
                <a16:creationId xmlns:a16="http://schemas.microsoft.com/office/drawing/2014/main" xmlns="" id="{BFB149C5-3DD9-444A-B636-C0ABACF3EB56}"/>
              </a:ext>
            </a:extLst>
          </p:cNvPr>
          <p:cNvSpPr/>
          <p:nvPr/>
        </p:nvSpPr>
        <p:spPr>
          <a:xfrm>
            <a:off x="5715000" y="4651412"/>
            <a:ext cx="5257800" cy="685800"/>
          </a:xfrm>
          <a:prstGeom prst="roundRect">
            <a:avLst/>
          </a:prstGeom>
          <a:solidFill>
            <a:srgbClr val="FFF5F2"/>
          </a:solidFill>
          <a:ln w="12700">
            <a:solidFill>
              <a:srgbClr val="BC4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>
              <a:solidFill>
                <a:srgbClr val="BC4334"/>
              </a:solidFill>
              <a:latin typeface="Noto Sans KR" panose="020B0200000000000000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xmlns="" id="{4877A89F-DE3A-4227-8A7B-29152B869C59}"/>
              </a:ext>
            </a:extLst>
          </p:cNvPr>
          <p:cNvSpPr txBox="1"/>
          <p:nvPr/>
        </p:nvSpPr>
        <p:spPr>
          <a:xfrm>
            <a:off x="5897880" y="4724942"/>
            <a:ext cx="746358" cy="236988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l" latinLnBrk="0"/>
            <a:r>
              <a:rPr lang="ko-KR" altLang="en-US" sz="1300" b="1">
                <a:solidFill>
                  <a:srgbClr val="BC4334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상태 차단</a:t>
            </a:r>
            <a:endParaRPr sz="1300" b="1">
              <a:solidFill>
                <a:srgbClr val="BC4334"/>
              </a:solidFill>
              <a:latin typeface="Noto Sans KR" panose="020B0200000000000000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9C999430-2234-495E-B2E0-CF32E6227490}"/>
              </a:ext>
            </a:extLst>
          </p:cNvPr>
          <p:cNvSpPr txBox="1"/>
          <p:nvPr/>
        </p:nvSpPr>
        <p:spPr>
          <a:xfrm>
            <a:off x="1051560" y="4985770"/>
            <a:ext cx="1252907" cy="190821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l" latinLnBrk="0"/>
            <a:r>
              <a:rPr lang="en-US" altLang="ko-KR" sz="1000">
                <a:solidFill>
                  <a:srgbClr val="32374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Redis + DB </a:t>
            </a:r>
            <a:r>
              <a:rPr lang="ko-KR" altLang="en-US" sz="1000">
                <a:solidFill>
                  <a:srgbClr val="32374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상태 검증</a:t>
            </a:r>
            <a:endParaRPr sz="1000" b="0">
              <a:solidFill>
                <a:srgbClr val="323741"/>
              </a:solidFill>
              <a:latin typeface="Noto Sans KR" panose="020B0200000000000000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xmlns="" id="{3574A109-AFCC-4CAE-B496-C520B675E12F}"/>
              </a:ext>
            </a:extLst>
          </p:cNvPr>
          <p:cNvSpPr txBox="1"/>
          <p:nvPr/>
        </p:nvSpPr>
        <p:spPr>
          <a:xfrm>
            <a:off x="5897880" y="4985770"/>
            <a:ext cx="2009524" cy="190821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l" latinLnBrk="0"/>
            <a:r>
              <a:rPr lang="en-US" sz="1000" b="0">
                <a:solidFill>
                  <a:srgbClr val="323741"/>
                </a:solidFill>
                <a:latin typeface="Noto Sans KR" panose="020B0200000000000000" pitchFamily="50" charset="-127"/>
              </a:rPr>
              <a:t>HELD / RESERVED </a:t>
            </a:r>
            <a:r>
              <a:rPr lang="ko-KR" altLang="en-US" sz="1000" b="0">
                <a:solidFill>
                  <a:srgbClr val="32374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좌석 선택 불가</a:t>
            </a:r>
            <a:endParaRPr sz="1000" b="0">
              <a:solidFill>
                <a:srgbClr val="323741"/>
              </a:solidFill>
              <a:latin typeface="Noto Sans KR" panose="020B0200000000000000" pitchFamily="50" charset="-127"/>
            </a:endParaRPr>
          </a:p>
        </p:txBody>
      </p:sp>
      <p:sp>
        <p:nvSpPr>
          <p:cNvPr id="46" name="Rounded Rectangle 12">
            <a:extLst>
              <a:ext uri="{FF2B5EF4-FFF2-40B4-BE49-F238E27FC236}">
                <a16:creationId xmlns:a16="http://schemas.microsoft.com/office/drawing/2014/main" xmlns="" id="{CFE77B74-BDF5-4874-8623-4647882C9B7B}"/>
              </a:ext>
            </a:extLst>
          </p:cNvPr>
          <p:cNvSpPr/>
          <p:nvPr/>
        </p:nvSpPr>
        <p:spPr>
          <a:xfrm>
            <a:off x="553800" y="2129964"/>
            <a:ext cx="1977804" cy="1823089"/>
          </a:xfrm>
          <a:prstGeom prst="roundRect">
            <a:avLst/>
          </a:prstGeom>
          <a:solidFill>
            <a:srgbClr val="EBF2FA"/>
          </a:solidFill>
          <a:ln w="12700">
            <a:solidFill>
              <a:srgbClr val="C8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>
              <a:latin typeface="Noto Sans KR" panose="020B0200000000000000" pitchFamily="50" charset="-127"/>
            </a:endParaRPr>
          </a:p>
        </p:txBody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xmlns="" id="{714BCA4B-EEEF-4EEC-8F33-A74900DF8511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24294" y="2246312"/>
            <a:ext cx="1830373" cy="1553099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xmlns="" id="{9961C752-D3F1-4E83-9797-453223EAF334}"/>
              </a:ext>
            </a:extLst>
          </p:cNvPr>
          <p:cNvSpPr txBox="1"/>
          <p:nvPr/>
        </p:nvSpPr>
        <p:spPr>
          <a:xfrm>
            <a:off x="674122" y="1334655"/>
            <a:ext cx="10149840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latinLnBrk="0"/>
            <a:r>
              <a:rPr lang="ko-KR" altLang="en-US" sz="2100" b="1" smtClean="0">
                <a:solidFill>
                  <a:srgbClr val="23303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선점 처리 </a:t>
            </a:r>
            <a:endParaRPr lang="ko-KR" altLang="en-US" sz="2100" b="1">
              <a:solidFill>
                <a:srgbClr val="23303E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xmlns="" id="{37C6117E-BA46-428B-B2BA-8F1E989531C9}"/>
              </a:ext>
            </a:extLst>
          </p:cNvPr>
          <p:cNvSpPr/>
          <p:nvPr/>
        </p:nvSpPr>
        <p:spPr>
          <a:xfrm>
            <a:off x="3436473" y="2150026"/>
            <a:ext cx="831202" cy="885964"/>
          </a:xfrm>
          <a:prstGeom prst="ellipse">
            <a:avLst/>
          </a:prstGeom>
          <a:solidFill>
            <a:srgbClr val="337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24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xmlns="" id="{9F89B3B4-5DDD-4AD4-A097-CF38288B5CB6}"/>
              </a:ext>
            </a:extLst>
          </p:cNvPr>
          <p:cNvSpPr/>
          <p:nvPr/>
        </p:nvSpPr>
        <p:spPr>
          <a:xfrm>
            <a:off x="5584934" y="2152454"/>
            <a:ext cx="831202" cy="885964"/>
          </a:xfrm>
          <a:prstGeom prst="ellipse">
            <a:avLst/>
          </a:prstGeom>
          <a:solidFill>
            <a:srgbClr val="337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sz="24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xmlns="" id="{0580CB9C-F07D-4A08-90A0-077371ECD6BE}"/>
              </a:ext>
            </a:extLst>
          </p:cNvPr>
          <p:cNvSpPr/>
          <p:nvPr/>
        </p:nvSpPr>
        <p:spPr>
          <a:xfrm>
            <a:off x="7726382" y="2153669"/>
            <a:ext cx="831202" cy="885964"/>
          </a:xfrm>
          <a:prstGeom prst="ellipse">
            <a:avLst/>
          </a:prstGeom>
          <a:solidFill>
            <a:srgbClr val="337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ko-KR" altLang="en-US" sz="24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xmlns="" id="{F2689DC8-9728-470D-B147-4EEAACF1C157}"/>
              </a:ext>
            </a:extLst>
          </p:cNvPr>
          <p:cNvSpPr/>
          <p:nvPr/>
        </p:nvSpPr>
        <p:spPr>
          <a:xfrm>
            <a:off x="9871291" y="2167220"/>
            <a:ext cx="831202" cy="885964"/>
          </a:xfrm>
          <a:prstGeom prst="ellipse">
            <a:avLst/>
          </a:prstGeom>
          <a:solidFill>
            <a:srgbClr val="337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endParaRPr lang="ko-KR" altLang="en-US" sz="24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xmlns="" id="{ECCF1F43-EF4F-409D-BABF-C519D7C991FE}"/>
              </a:ext>
            </a:extLst>
          </p:cNvPr>
          <p:cNvSpPr txBox="1"/>
          <p:nvPr/>
        </p:nvSpPr>
        <p:spPr>
          <a:xfrm>
            <a:off x="2855108" y="3035990"/>
            <a:ext cx="1993932" cy="1239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>
              <a:lnSpc>
                <a:spcPct val="150000"/>
              </a:lnSpc>
            </a:pPr>
            <a:r>
              <a:rPr lang="ko-KR" altLang="en-US" b="1" smtClean="0">
                <a:solidFill>
                  <a:srgbClr val="3378C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상태 조회</a:t>
            </a:r>
          </a:p>
          <a:p>
            <a:pPr algn="ctr" latinLnBrk="0">
              <a:lnSpc>
                <a:spcPct val="150000"/>
              </a:lnSpc>
            </a:pPr>
            <a:r>
              <a:rPr lang="en-US" altLang="ko-KR" sz="1100" b="1" smtClean="0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AVAILABLE </a:t>
            </a:r>
            <a:r>
              <a:rPr lang="ko-KR" altLang="en-US" sz="1100" b="1" smtClean="0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좌석만 선택 가능</a:t>
            </a:r>
          </a:p>
          <a:p>
            <a:pPr algn="ctr" latinLnBrk="0">
              <a:lnSpc>
                <a:spcPct val="150000"/>
              </a:lnSpc>
            </a:pPr>
            <a:r>
              <a:rPr lang="en-US" altLang="ko-KR" sz="1100" b="1" smtClean="0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HELD / RESERVED </a:t>
            </a:r>
            <a:r>
              <a:rPr lang="ko-KR" altLang="en-US" sz="1100" b="1" smtClean="0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좌석은 선택 차단</a:t>
            </a:r>
            <a:endParaRPr lang="ko-KR" altLang="en-US" sz="1100" b="1">
              <a:solidFill>
                <a:schemeClr val="bg1">
                  <a:lumMod val="6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xmlns="" id="{BF332C90-3187-4EE7-A71E-FED667659173}"/>
              </a:ext>
            </a:extLst>
          </p:cNvPr>
          <p:cNvSpPr txBox="1"/>
          <p:nvPr/>
        </p:nvSpPr>
        <p:spPr>
          <a:xfrm>
            <a:off x="5003569" y="3038418"/>
            <a:ext cx="19939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>
              <a:lnSpc>
                <a:spcPct val="150000"/>
              </a:lnSpc>
            </a:pPr>
            <a:r>
              <a:rPr lang="en-US" altLang="ko-KR" b="1" err="1" smtClean="0">
                <a:solidFill>
                  <a:srgbClr val="3378C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Redis</a:t>
            </a:r>
            <a:r>
              <a:rPr lang="en-US" altLang="ko-KR" b="1" smtClean="0">
                <a:solidFill>
                  <a:srgbClr val="3378C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b="1" smtClean="0">
                <a:solidFill>
                  <a:srgbClr val="3378C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선점 요청</a:t>
            </a:r>
          </a:p>
          <a:p>
            <a:pPr algn="ctr" latinLnBrk="0"/>
            <a:r>
              <a:rPr lang="en-US" altLang="ko-KR" sz="1100" b="1" err="1" smtClean="0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Redis</a:t>
            </a:r>
            <a:r>
              <a:rPr lang="ko-KR" altLang="en-US" sz="1100" b="1" smtClean="0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에 선점 정보 저장</a:t>
            </a:r>
          </a:p>
          <a:p>
            <a:pPr algn="ctr" latinLnBrk="0"/>
            <a:r>
              <a:rPr lang="en-US" altLang="ko-KR" sz="1100" b="1" smtClean="0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TTL 10</a:t>
            </a:r>
            <a:r>
              <a:rPr lang="ko-KR" altLang="en-US" sz="1100" b="1" smtClean="0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분</a:t>
            </a:r>
          </a:p>
          <a:p>
            <a:pPr algn="ctr" latinLnBrk="0"/>
            <a:r>
              <a:rPr lang="ko-KR" altLang="en-US" sz="1100" b="1" smtClean="0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동일 좌석 선점 요청 차단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xmlns="" id="{FDB7F5B1-4CE9-4B36-8EA9-74292EFF97E6}"/>
              </a:ext>
            </a:extLst>
          </p:cNvPr>
          <p:cNvSpPr txBox="1"/>
          <p:nvPr/>
        </p:nvSpPr>
        <p:spPr>
          <a:xfrm>
            <a:off x="7145017" y="3039632"/>
            <a:ext cx="19939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>
              <a:lnSpc>
                <a:spcPct val="150000"/>
              </a:lnSpc>
            </a:pPr>
            <a:r>
              <a:rPr lang="ko-KR" altLang="en-US" b="1" smtClean="0">
                <a:solidFill>
                  <a:srgbClr val="3378C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선점 가능 검증</a:t>
            </a:r>
            <a:endParaRPr lang="ko-KR" altLang="en-US" b="1">
              <a:solidFill>
                <a:srgbClr val="3378C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 latinLnBrk="0"/>
            <a:r>
              <a:rPr lang="ko-KR" altLang="en-US" sz="1100" b="1" err="1" smtClean="0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회차</a:t>
            </a:r>
            <a:r>
              <a:rPr lang="en-US" altLang="ko-KR" sz="1100" b="1" smtClean="0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100" b="1" smtClean="0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좌석 소속 일치</a:t>
            </a:r>
          </a:p>
          <a:p>
            <a:pPr algn="ctr" latinLnBrk="0"/>
            <a:r>
              <a:rPr lang="ko-KR" altLang="en-US" sz="1100" b="1" smtClean="0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티켓 오픈 시간 확인</a:t>
            </a:r>
          </a:p>
          <a:p>
            <a:pPr algn="ctr" latinLnBrk="0"/>
            <a:r>
              <a:rPr lang="en-US" altLang="ko-KR" sz="1100" b="1" smtClean="0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HELD / RESERVED </a:t>
            </a:r>
            <a:r>
              <a:rPr lang="ko-KR" altLang="en-US" sz="1100" b="1" smtClean="0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차단</a:t>
            </a:r>
            <a:endParaRPr lang="ko-KR" altLang="en-US" sz="1100" b="1">
              <a:solidFill>
                <a:schemeClr val="bg1">
                  <a:lumMod val="6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xmlns="" id="{02BC824B-82BD-4657-BAEB-3789F23073DA}"/>
              </a:ext>
            </a:extLst>
          </p:cNvPr>
          <p:cNvSpPr txBox="1"/>
          <p:nvPr/>
        </p:nvSpPr>
        <p:spPr>
          <a:xfrm>
            <a:off x="9279247" y="3053182"/>
            <a:ext cx="1993932" cy="846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>
              <a:lnSpc>
                <a:spcPct val="150000"/>
              </a:lnSpc>
            </a:pPr>
            <a:r>
              <a:rPr lang="en-US" altLang="ko-KR" b="1">
                <a:solidFill>
                  <a:srgbClr val="3378C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DB </a:t>
            </a:r>
            <a:r>
              <a:rPr lang="ko-KR" altLang="en-US" b="1">
                <a:solidFill>
                  <a:srgbClr val="3378C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상태 동기화</a:t>
            </a:r>
          </a:p>
          <a:p>
            <a:pPr algn="ctr" latinLnBrk="0"/>
            <a:r>
              <a:rPr lang="ko-KR" altLang="en-US" sz="11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좌석 </a:t>
            </a:r>
            <a:r>
              <a:rPr lang="en-US" altLang="ko-KR" sz="11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AVAILABLE → HELD</a:t>
            </a:r>
          </a:p>
          <a:p>
            <a:pPr algn="ctr" latinLnBrk="0"/>
            <a:r>
              <a:rPr lang="ko-KR" altLang="en-US" sz="11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예매 </a:t>
            </a:r>
            <a:r>
              <a:rPr lang="en-US" altLang="ko-KR" sz="11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HELD </a:t>
            </a:r>
            <a:r>
              <a:rPr lang="ko-KR" altLang="en-US" sz="11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생성</a:t>
            </a:r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xmlns="" id="{3203D2F0-5E14-46DA-AFA5-119C1BC007AB}"/>
              </a:ext>
            </a:extLst>
          </p:cNvPr>
          <p:cNvCxnSpPr/>
          <p:nvPr/>
        </p:nvCxnSpPr>
        <p:spPr>
          <a:xfrm>
            <a:off x="6409123" y="2595436"/>
            <a:ext cx="1317259" cy="24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xmlns="" id="{725E364F-E955-4922-85B2-52EA57E5EC9D}"/>
              </a:ext>
            </a:extLst>
          </p:cNvPr>
          <p:cNvCxnSpPr/>
          <p:nvPr/>
        </p:nvCxnSpPr>
        <p:spPr>
          <a:xfrm>
            <a:off x="8558460" y="2616553"/>
            <a:ext cx="1317259" cy="24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xmlns="" id="{299230A3-B039-44A8-9AE2-1F869A94EEE3}"/>
              </a:ext>
            </a:extLst>
          </p:cNvPr>
          <p:cNvCxnSpPr/>
          <p:nvPr/>
        </p:nvCxnSpPr>
        <p:spPr>
          <a:xfrm>
            <a:off x="4275322" y="2616553"/>
            <a:ext cx="1317259" cy="24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6440047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67">
            <a:extLst>
              <a:ext uri="{FF2B5EF4-FFF2-40B4-BE49-F238E27FC236}">
                <a16:creationId xmlns:a16="http://schemas.microsoft.com/office/drawing/2014/main" xmlns="" id="{B671D4D4-5D7A-4315-8F08-293925B8B1BA}"/>
              </a:ext>
            </a:extLst>
          </p:cNvPr>
          <p:cNvSpPr txBox="1"/>
          <p:nvPr/>
        </p:nvSpPr>
        <p:spPr>
          <a:xfrm>
            <a:off x="1076694" y="332656"/>
            <a:ext cx="690102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defRPr/>
            </a:pPr>
            <a:r>
              <a:rPr lang="ko-KR" altLang="en-US" sz="2800" b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개발 내용</a:t>
            </a:r>
            <a:endParaRPr lang="en-US" altLang="ko-KR" sz="2800" b="1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atinLnBrk="0">
              <a:defRPr/>
            </a:pPr>
            <a:r>
              <a:rPr lang="ko-KR" altLang="en-US" sz="1600" b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주요 구현 기능 ③ 공연 좌석 선점 및 실시간 상태 관리</a:t>
            </a:r>
          </a:p>
          <a:p>
            <a:pPr latinLnBrk="0">
              <a:defRPr/>
            </a:pPr>
            <a:endParaRPr lang="ko-KR" altLang="en-US" sz="1600" b="1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9" name="타원 68">
            <a:extLst>
              <a:ext uri="{FF2B5EF4-FFF2-40B4-BE49-F238E27FC236}">
                <a16:creationId xmlns:a16="http://schemas.microsoft.com/office/drawing/2014/main" xmlns="" id="{9335FBE7-7948-49CB-A400-4210EF31A78D}"/>
              </a:ext>
            </a:extLst>
          </p:cNvPr>
          <p:cNvSpPr/>
          <p:nvPr/>
        </p:nvSpPr>
        <p:spPr>
          <a:xfrm>
            <a:off x="293510" y="216809"/>
            <a:ext cx="831202" cy="885964"/>
          </a:xfrm>
          <a:prstGeom prst="ellipse">
            <a:avLst/>
          </a:prstGeom>
          <a:solidFill>
            <a:srgbClr val="337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>
                <a:latin typeface="Noto Sans KR" panose="020B0200000000000000" pitchFamily="50" charset="-127"/>
                <a:ea typeface="Noto Sans KR" panose="020B0200000000000000" pitchFamily="50" charset="-127"/>
              </a:rPr>
              <a:t>03</a:t>
            </a:r>
            <a:endParaRPr lang="ko-KR" altLang="en-US" sz="24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xmlns="" id="{D0E329A4-FE63-4A65-B9E3-97EA0A5C6348}"/>
              </a:ext>
            </a:extLst>
          </p:cNvPr>
          <p:cNvSpPr txBox="1"/>
          <p:nvPr/>
        </p:nvSpPr>
        <p:spPr>
          <a:xfrm>
            <a:off x="7043820" y="1933699"/>
            <a:ext cx="72649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ko-KR" altLang="en-US" sz="1500">
                <a:solidFill>
                  <a:schemeClr val="accent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완료</a:t>
            </a:r>
          </a:p>
        </p:txBody>
      </p:sp>
      <p:sp>
        <p:nvSpPr>
          <p:cNvPr id="98" name="Rounded Rectangle 12">
            <a:extLst>
              <a:ext uri="{FF2B5EF4-FFF2-40B4-BE49-F238E27FC236}">
                <a16:creationId xmlns:a16="http://schemas.microsoft.com/office/drawing/2014/main" xmlns="" id="{F566204A-1747-47FF-866B-69FFAFA596B7}"/>
              </a:ext>
            </a:extLst>
          </p:cNvPr>
          <p:cNvSpPr/>
          <p:nvPr/>
        </p:nvSpPr>
        <p:spPr>
          <a:xfrm>
            <a:off x="1199456" y="4097614"/>
            <a:ext cx="2249772" cy="2463734"/>
          </a:xfrm>
          <a:prstGeom prst="roundRect">
            <a:avLst/>
          </a:prstGeom>
          <a:solidFill>
            <a:srgbClr val="EBF2FA"/>
          </a:solidFill>
          <a:ln w="12700">
            <a:solidFill>
              <a:srgbClr val="C8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>
              <a:latin typeface="Noto Sans KR" panose="020B0200000000000000" pitchFamily="50" charset="-127"/>
            </a:endParaRPr>
          </a:p>
        </p:txBody>
      </p:sp>
      <p:pic>
        <p:nvPicPr>
          <p:cNvPr id="99" name="그림 98">
            <a:extLst>
              <a:ext uri="{FF2B5EF4-FFF2-40B4-BE49-F238E27FC236}">
                <a16:creationId xmlns:a16="http://schemas.microsoft.com/office/drawing/2014/main" xmlns="" id="{37EF6E9E-F97C-4577-9BE1-B48F3F2D99C3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08168" y="4257092"/>
            <a:ext cx="2084251" cy="2103302"/>
          </a:xfrm>
          <a:prstGeom prst="rect">
            <a:avLst/>
          </a:prstGeom>
        </p:spPr>
      </p:pic>
      <p:sp>
        <p:nvSpPr>
          <p:cNvPr id="100" name="TextBox 99">
            <a:extLst>
              <a:ext uri="{FF2B5EF4-FFF2-40B4-BE49-F238E27FC236}">
                <a16:creationId xmlns:a16="http://schemas.microsoft.com/office/drawing/2014/main" xmlns="" id="{03054DD9-7F75-4188-91EE-072C63917C1F}"/>
              </a:ext>
            </a:extLst>
          </p:cNvPr>
          <p:cNvSpPr txBox="1"/>
          <p:nvPr/>
        </p:nvSpPr>
        <p:spPr>
          <a:xfrm>
            <a:off x="674122" y="1334655"/>
            <a:ext cx="10149840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latinLnBrk="0"/>
            <a:r>
              <a:rPr lang="ko-KR" altLang="en-US" sz="2100" b="1">
                <a:solidFill>
                  <a:srgbClr val="23303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선점 이후 상태 전환</a:t>
            </a:r>
          </a:p>
        </p:txBody>
      </p:sp>
      <p:sp>
        <p:nvSpPr>
          <p:cNvPr id="101" name="타원 100">
            <a:extLst>
              <a:ext uri="{FF2B5EF4-FFF2-40B4-BE49-F238E27FC236}">
                <a16:creationId xmlns:a16="http://schemas.microsoft.com/office/drawing/2014/main" xmlns="" id="{00B2C28E-BDB3-44E9-882E-774D5EFA78B5}"/>
              </a:ext>
            </a:extLst>
          </p:cNvPr>
          <p:cNvSpPr/>
          <p:nvPr/>
        </p:nvSpPr>
        <p:spPr>
          <a:xfrm>
            <a:off x="1672809" y="1835129"/>
            <a:ext cx="831202" cy="885964"/>
          </a:xfrm>
          <a:prstGeom prst="ellipse">
            <a:avLst/>
          </a:prstGeom>
          <a:solidFill>
            <a:srgbClr val="337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24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2" name="타원 101">
            <a:extLst>
              <a:ext uri="{FF2B5EF4-FFF2-40B4-BE49-F238E27FC236}">
                <a16:creationId xmlns:a16="http://schemas.microsoft.com/office/drawing/2014/main" xmlns="" id="{14E69D69-8EA9-49AA-8F4A-6171870D3B2F}"/>
              </a:ext>
            </a:extLst>
          </p:cNvPr>
          <p:cNvSpPr/>
          <p:nvPr/>
        </p:nvSpPr>
        <p:spPr>
          <a:xfrm>
            <a:off x="3821270" y="1837557"/>
            <a:ext cx="831202" cy="885964"/>
          </a:xfrm>
          <a:prstGeom prst="ellipse">
            <a:avLst/>
          </a:prstGeom>
          <a:solidFill>
            <a:srgbClr val="337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sz="24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3" name="타원 102">
            <a:extLst>
              <a:ext uri="{FF2B5EF4-FFF2-40B4-BE49-F238E27FC236}">
                <a16:creationId xmlns:a16="http://schemas.microsoft.com/office/drawing/2014/main" xmlns="" id="{CDE38D74-754C-478E-8570-76F86D90BF17}"/>
              </a:ext>
            </a:extLst>
          </p:cNvPr>
          <p:cNvSpPr/>
          <p:nvPr/>
        </p:nvSpPr>
        <p:spPr>
          <a:xfrm>
            <a:off x="5962718" y="1838772"/>
            <a:ext cx="831202" cy="885964"/>
          </a:xfrm>
          <a:prstGeom prst="ellipse">
            <a:avLst/>
          </a:prstGeom>
          <a:solidFill>
            <a:srgbClr val="337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ko-KR" altLang="en-US" sz="24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4" name="타원 103">
            <a:extLst>
              <a:ext uri="{FF2B5EF4-FFF2-40B4-BE49-F238E27FC236}">
                <a16:creationId xmlns:a16="http://schemas.microsoft.com/office/drawing/2014/main" xmlns="" id="{2A43FDDA-2858-4CFD-9BBB-F439F89427AA}"/>
              </a:ext>
            </a:extLst>
          </p:cNvPr>
          <p:cNvSpPr/>
          <p:nvPr/>
        </p:nvSpPr>
        <p:spPr>
          <a:xfrm>
            <a:off x="8107627" y="1852323"/>
            <a:ext cx="831202" cy="885964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endParaRPr lang="ko-KR" altLang="en-US" sz="24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5" name="타원 104">
            <a:extLst>
              <a:ext uri="{FF2B5EF4-FFF2-40B4-BE49-F238E27FC236}">
                <a16:creationId xmlns:a16="http://schemas.microsoft.com/office/drawing/2014/main" xmlns="" id="{70D0E359-15DA-4D15-A430-C4B15132E595}"/>
              </a:ext>
            </a:extLst>
          </p:cNvPr>
          <p:cNvSpPr/>
          <p:nvPr/>
        </p:nvSpPr>
        <p:spPr>
          <a:xfrm>
            <a:off x="10099632" y="1852326"/>
            <a:ext cx="831202" cy="885964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>
                <a:latin typeface="Noto Sans KR" panose="020B0200000000000000" pitchFamily="50" charset="-127"/>
                <a:ea typeface="Noto Sans KR" panose="020B0200000000000000" pitchFamily="50" charset="-127"/>
              </a:rPr>
              <a:t>5</a:t>
            </a:r>
            <a:endParaRPr lang="ko-KR" altLang="en-US" sz="24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xmlns="" id="{B393D0A8-C7A5-483A-9EF8-F5EC6D17063A}"/>
              </a:ext>
            </a:extLst>
          </p:cNvPr>
          <p:cNvSpPr txBox="1"/>
          <p:nvPr/>
        </p:nvSpPr>
        <p:spPr>
          <a:xfrm>
            <a:off x="1091444" y="2721093"/>
            <a:ext cx="1993932" cy="9858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>
              <a:lnSpc>
                <a:spcPct val="150000"/>
              </a:lnSpc>
            </a:pPr>
            <a:r>
              <a:rPr lang="ko-KR" altLang="en-US" b="1">
                <a:solidFill>
                  <a:srgbClr val="3378C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좌석 선점</a:t>
            </a:r>
          </a:p>
          <a:p>
            <a:pPr algn="ctr" latinLnBrk="0">
              <a:lnSpc>
                <a:spcPct val="150000"/>
              </a:lnSpc>
            </a:pPr>
            <a:r>
              <a:rPr lang="en-US" altLang="ko-KR" sz="11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Redis TTL 10</a:t>
            </a:r>
            <a:r>
              <a:rPr lang="ko-KR" altLang="en-US" sz="11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분 결제 대기 상태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xmlns="" id="{8F712961-6376-4441-A5E5-B10FAD39EA5C}"/>
              </a:ext>
            </a:extLst>
          </p:cNvPr>
          <p:cNvSpPr txBox="1"/>
          <p:nvPr/>
        </p:nvSpPr>
        <p:spPr>
          <a:xfrm>
            <a:off x="3239905" y="2723521"/>
            <a:ext cx="1993932" cy="846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>
              <a:lnSpc>
                <a:spcPct val="150000"/>
              </a:lnSpc>
            </a:pPr>
            <a:r>
              <a:rPr lang="ko-KR" altLang="en-US" b="1">
                <a:solidFill>
                  <a:srgbClr val="3378C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결제 진입</a:t>
            </a:r>
          </a:p>
          <a:p>
            <a:pPr algn="ctr" latinLnBrk="0"/>
            <a:r>
              <a:rPr lang="ko-KR" altLang="en-US" sz="11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사용자</a:t>
            </a:r>
            <a:r>
              <a:rPr lang="en-US" altLang="ko-KR" sz="11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100" b="1" err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회차</a:t>
            </a:r>
            <a:r>
              <a:rPr lang="en-US" altLang="ko-KR" sz="11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1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좌석 정보로</a:t>
            </a:r>
          </a:p>
          <a:p>
            <a:pPr algn="ctr" latinLnBrk="0"/>
            <a:r>
              <a:rPr lang="ko-KR" altLang="en-US" sz="11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선점 요청 전송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xmlns="" id="{93CA0183-E2BC-4254-8530-BFDA0AA7C6EA}"/>
              </a:ext>
            </a:extLst>
          </p:cNvPr>
          <p:cNvSpPr txBox="1"/>
          <p:nvPr/>
        </p:nvSpPr>
        <p:spPr>
          <a:xfrm>
            <a:off x="5381353" y="2724735"/>
            <a:ext cx="1993932" cy="459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>
              <a:lnSpc>
                <a:spcPct val="150000"/>
              </a:lnSpc>
            </a:pPr>
            <a:r>
              <a:rPr lang="ko-KR" altLang="en-US" b="1">
                <a:solidFill>
                  <a:srgbClr val="3378C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결제</a:t>
            </a:r>
            <a:endParaRPr lang="ko-KR" altLang="en-US" b="1">
              <a:solidFill>
                <a:schemeClr val="bg1">
                  <a:lumMod val="6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xmlns="" id="{49727548-34BF-40C5-ACC0-8E9379FC26A6}"/>
              </a:ext>
            </a:extLst>
          </p:cNvPr>
          <p:cNvSpPr txBox="1"/>
          <p:nvPr/>
        </p:nvSpPr>
        <p:spPr>
          <a:xfrm>
            <a:off x="7515583" y="2738285"/>
            <a:ext cx="1993932" cy="846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>
              <a:lnSpc>
                <a:spcPct val="150000"/>
              </a:lnSpc>
            </a:pPr>
            <a:r>
              <a:rPr lang="ko-KR" altLang="en-US" b="1">
                <a:solidFill>
                  <a:schemeClr val="accent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예매 확정</a:t>
            </a:r>
          </a:p>
          <a:p>
            <a:pPr algn="ctr" latinLnBrk="0"/>
            <a:r>
              <a:rPr lang="ko-KR" altLang="en-US" sz="11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좌석 </a:t>
            </a:r>
            <a:r>
              <a:rPr lang="en-US" altLang="ko-KR" sz="11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SOLD</a:t>
            </a:r>
          </a:p>
          <a:p>
            <a:pPr algn="ctr" latinLnBrk="0"/>
            <a:r>
              <a:rPr lang="ko-KR" altLang="en-US" sz="11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예매내역 저장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xmlns="" id="{5CF64EE0-4546-4399-BBA0-A03C6827DA90}"/>
              </a:ext>
            </a:extLst>
          </p:cNvPr>
          <p:cNvSpPr txBox="1"/>
          <p:nvPr/>
        </p:nvSpPr>
        <p:spPr>
          <a:xfrm>
            <a:off x="9518267" y="2738287"/>
            <a:ext cx="1993932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>
              <a:lnSpc>
                <a:spcPct val="150000"/>
              </a:lnSpc>
            </a:pPr>
            <a:r>
              <a:rPr lang="ko-KR" altLang="en-US" b="1">
                <a:solidFill>
                  <a:schemeClr val="accent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내역 확인</a:t>
            </a:r>
          </a:p>
          <a:p>
            <a:pPr algn="ctr" latinLnBrk="0"/>
            <a:r>
              <a:rPr lang="ko-KR" altLang="en-US" sz="12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마이페이지에서</a:t>
            </a:r>
          </a:p>
          <a:p>
            <a:pPr algn="ctr" latinLnBrk="0"/>
            <a:r>
              <a:rPr lang="ko-KR" altLang="en-US" sz="12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예매 정보 확인</a:t>
            </a:r>
          </a:p>
        </p:txBody>
      </p:sp>
      <p:cxnSp>
        <p:nvCxnSpPr>
          <p:cNvPr id="111" name="직선 화살표 연결선 110">
            <a:extLst>
              <a:ext uri="{FF2B5EF4-FFF2-40B4-BE49-F238E27FC236}">
                <a16:creationId xmlns:a16="http://schemas.microsoft.com/office/drawing/2014/main" xmlns="" id="{EADCAE74-20CF-4F4C-9FB8-57CC0B71760E}"/>
              </a:ext>
            </a:extLst>
          </p:cNvPr>
          <p:cNvCxnSpPr/>
          <p:nvPr/>
        </p:nvCxnSpPr>
        <p:spPr>
          <a:xfrm>
            <a:off x="4645459" y="2280539"/>
            <a:ext cx="1317259" cy="24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화살표 연결선 111">
            <a:extLst>
              <a:ext uri="{FF2B5EF4-FFF2-40B4-BE49-F238E27FC236}">
                <a16:creationId xmlns:a16="http://schemas.microsoft.com/office/drawing/2014/main" xmlns="" id="{2C249523-B4B3-4A1D-9224-C246CC000059}"/>
              </a:ext>
            </a:extLst>
          </p:cNvPr>
          <p:cNvCxnSpPr/>
          <p:nvPr/>
        </p:nvCxnSpPr>
        <p:spPr>
          <a:xfrm>
            <a:off x="6794796" y="2301656"/>
            <a:ext cx="1317259" cy="2428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직선 화살표 연결선 112">
            <a:extLst>
              <a:ext uri="{FF2B5EF4-FFF2-40B4-BE49-F238E27FC236}">
                <a16:creationId xmlns:a16="http://schemas.microsoft.com/office/drawing/2014/main" xmlns="" id="{68FC5019-9294-4ADF-8513-FCF54931B5AE}"/>
              </a:ext>
            </a:extLst>
          </p:cNvPr>
          <p:cNvCxnSpPr/>
          <p:nvPr/>
        </p:nvCxnSpPr>
        <p:spPr>
          <a:xfrm>
            <a:off x="8782373" y="2301656"/>
            <a:ext cx="1317259" cy="2428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직선 화살표 연결선 113">
            <a:extLst>
              <a:ext uri="{FF2B5EF4-FFF2-40B4-BE49-F238E27FC236}">
                <a16:creationId xmlns:a16="http://schemas.microsoft.com/office/drawing/2014/main" xmlns="" id="{7F2E250B-97E1-4D5A-BE90-6FAECD17CC95}"/>
              </a:ext>
            </a:extLst>
          </p:cNvPr>
          <p:cNvCxnSpPr/>
          <p:nvPr/>
        </p:nvCxnSpPr>
        <p:spPr>
          <a:xfrm>
            <a:off x="2511658" y="2301656"/>
            <a:ext cx="1317259" cy="24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직선 화살표 연결선 115">
            <a:extLst>
              <a:ext uri="{FF2B5EF4-FFF2-40B4-BE49-F238E27FC236}">
                <a16:creationId xmlns:a16="http://schemas.microsoft.com/office/drawing/2014/main" xmlns="" id="{E38C07FF-5F57-4C2A-A8A5-875BAB6CD586}"/>
              </a:ext>
            </a:extLst>
          </p:cNvPr>
          <p:cNvCxnSpPr>
            <a:cxnSpLocks/>
          </p:cNvCxnSpPr>
          <p:nvPr/>
        </p:nvCxnSpPr>
        <p:spPr>
          <a:xfrm>
            <a:off x="6378319" y="3169904"/>
            <a:ext cx="0" cy="1235656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타원 116">
            <a:extLst>
              <a:ext uri="{FF2B5EF4-FFF2-40B4-BE49-F238E27FC236}">
                <a16:creationId xmlns:a16="http://schemas.microsoft.com/office/drawing/2014/main" xmlns="" id="{C6457D82-E075-4C27-9476-42B29615A97D}"/>
              </a:ext>
            </a:extLst>
          </p:cNvPr>
          <p:cNvSpPr/>
          <p:nvPr/>
        </p:nvSpPr>
        <p:spPr>
          <a:xfrm>
            <a:off x="5924836" y="4500535"/>
            <a:ext cx="831202" cy="885964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endParaRPr lang="ko-KR" altLang="en-US" sz="24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8" name="타원 117">
            <a:extLst>
              <a:ext uri="{FF2B5EF4-FFF2-40B4-BE49-F238E27FC236}">
                <a16:creationId xmlns:a16="http://schemas.microsoft.com/office/drawing/2014/main" xmlns="" id="{C965AC9C-BC84-4B2D-B369-E57124F4A7D7}"/>
              </a:ext>
            </a:extLst>
          </p:cNvPr>
          <p:cNvSpPr/>
          <p:nvPr/>
        </p:nvSpPr>
        <p:spPr>
          <a:xfrm>
            <a:off x="7916841" y="4500538"/>
            <a:ext cx="831202" cy="885964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>
                <a:latin typeface="Noto Sans KR" panose="020B0200000000000000" pitchFamily="50" charset="-127"/>
                <a:ea typeface="Noto Sans KR" panose="020B0200000000000000" pitchFamily="50" charset="-127"/>
              </a:rPr>
              <a:t>5</a:t>
            </a:r>
            <a:endParaRPr lang="ko-KR" altLang="en-US" sz="24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xmlns="" id="{9C0D099F-0370-4F4F-B8EA-B15AE240B8BA}"/>
              </a:ext>
            </a:extLst>
          </p:cNvPr>
          <p:cNvSpPr txBox="1"/>
          <p:nvPr/>
        </p:nvSpPr>
        <p:spPr>
          <a:xfrm>
            <a:off x="5332792" y="5386497"/>
            <a:ext cx="1993932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/>
            <a:r>
              <a:rPr lang="ko-KR" altLang="en-US" b="1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시간 만료 </a:t>
            </a:r>
            <a:r>
              <a:rPr lang="en-US" altLang="ko-KR" b="1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 </a:t>
            </a:r>
            <a:r>
              <a:rPr lang="ko-KR" altLang="en-US" b="1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선점 취소</a:t>
            </a:r>
          </a:p>
          <a:p>
            <a:pPr algn="ctr" latinLnBrk="0"/>
            <a:r>
              <a:rPr lang="en-US" altLang="ko-KR" sz="11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TTL </a:t>
            </a:r>
            <a:r>
              <a:rPr lang="ko-KR" altLang="en-US" sz="11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만료 또는 사용자가 취소하면</a:t>
            </a:r>
          </a:p>
          <a:p>
            <a:pPr algn="ctr" latinLnBrk="0"/>
            <a:r>
              <a:rPr lang="ko-KR" altLang="en-US" sz="11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선점 정보 삭제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xmlns="" id="{381AFE67-B4F1-407D-98CB-14833681B1C6}"/>
              </a:ext>
            </a:extLst>
          </p:cNvPr>
          <p:cNvSpPr txBox="1"/>
          <p:nvPr/>
        </p:nvSpPr>
        <p:spPr>
          <a:xfrm>
            <a:off x="7335476" y="5386499"/>
            <a:ext cx="1993932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>
              <a:lnSpc>
                <a:spcPct val="150000"/>
              </a:lnSpc>
            </a:pPr>
            <a:r>
              <a:rPr lang="ko-KR" altLang="en-US" b="1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좌석 복구</a:t>
            </a:r>
          </a:p>
          <a:p>
            <a:pPr algn="ctr" latinLnBrk="0"/>
            <a:r>
              <a:rPr lang="ko-KR" altLang="en-US" sz="12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좌석 상태를 선택 가능으로 전환</a:t>
            </a:r>
          </a:p>
          <a:p>
            <a:pPr algn="ctr" latinLnBrk="0"/>
            <a:r>
              <a:rPr lang="ko-KR" altLang="en-US" sz="12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다른 사용자 예매 가능</a:t>
            </a:r>
          </a:p>
        </p:txBody>
      </p:sp>
      <p:cxnSp>
        <p:nvCxnSpPr>
          <p:cNvPr id="121" name="직선 화살표 연결선 120">
            <a:extLst>
              <a:ext uri="{FF2B5EF4-FFF2-40B4-BE49-F238E27FC236}">
                <a16:creationId xmlns:a16="http://schemas.microsoft.com/office/drawing/2014/main" xmlns="" id="{8CBC8839-D505-4A2B-8C91-423E912D9130}"/>
              </a:ext>
            </a:extLst>
          </p:cNvPr>
          <p:cNvCxnSpPr/>
          <p:nvPr/>
        </p:nvCxnSpPr>
        <p:spPr>
          <a:xfrm>
            <a:off x="6599582" y="4949868"/>
            <a:ext cx="1317259" cy="242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1347831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67">
            <a:extLst>
              <a:ext uri="{FF2B5EF4-FFF2-40B4-BE49-F238E27FC236}">
                <a16:creationId xmlns:a16="http://schemas.microsoft.com/office/drawing/2014/main" xmlns="" id="{B671D4D4-5D7A-4315-8F08-293925B8B1BA}"/>
              </a:ext>
            </a:extLst>
          </p:cNvPr>
          <p:cNvSpPr txBox="1"/>
          <p:nvPr/>
        </p:nvSpPr>
        <p:spPr>
          <a:xfrm>
            <a:off x="1076694" y="332656"/>
            <a:ext cx="690102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defRPr/>
            </a:pPr>
            <a:r>
              <a:rPr lang="ko-KR" altLang="en-US" sz="2800" b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개발 내용</a:t>
            </a:r>
            <a:endParaRPr lang="en-US" altLang="ko-KR" sz="2800" b="1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atinLnBrk="0">
              <a:defRPr/>
            </a:pPr>
            <a:r>
              <a:rPr lang="ko-KR" altLang="en-US" sz="1600" b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주요 구현 기능 ④ 도서 주문 생성 및 미결제 자동 취소</a:t>
            </a:r>
          </a:p>
          <a:p>
            <a:pPr latinLnBrk="0">
              <a:defRPr/>
            </a:pPr>
            <a:endParaRPr lang="ko-KR" altLang="en-US" sz="1600" b="1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9" name="타원 68">
            <a:extLst>
              <a:ext uri="{FF2B5EF4-FFF2-40B4-BE49-F238E27FC236}">
                <a16:creationId xmlns:a16="http://schemas.microsoft.com/office/drawing/2014/main" xmlns="" id="{9335FBE7-7948-49CB-A400-4210EF31A78D}"/>
              </a:ext>
            </a:extLst>
          </p:cNvPr>
          <p:cNvSpPr/>
          <p:nvPr/>
        </p:nvSpPr>
        <p:spPr>
          <a:xfrm>
            <a:off x="293510" y="216809"/>
            <a:ext cx="831202" cy="885964"/>
          </a:xfrm>
          <a:prstGeom prst="ellipse">
            <a:avLst/>
          </a:prstGeom>
          <a:solidFill>
            <a:srgbClr val="337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>
                <a:latin typeface="Noto Sans KR" panose="020B0200000000000000" pitchFamily="50" charset="-127"/>
                <a:ea typeface="Noto Sans KR" panose="020B0200000000000000" pitchFamily="50" charset="-127"/>
              </a:rPr>
              <a:t>03</a:t>
            </a:r>
            <a:endParaRPr lang="ko-KR" altLang="en-US" sz="24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2" name="Rounded Rectangle 40">
            <a:extLst>
              <a:ext uri="{FF2B5EF4-FFF2-40B4-BE49-F238E27FC236}">
                <a16:creationId xmlns:a16="http://schemas.microsoft.com/office/drawing/2014/main" xmlns="" id="{D3EE18B4-A919-40F1-85DE-7BCB6265ED53}"/>
              </a:ext>
            </a:extLst>
          </p:cNvPr>
          <p:cNvSpPr/>
          <p:nvPr/>
        </p:nvSpPr>
        <p:spPr>
          <a:xfrm>
            <a:off x="1214892" y="4594648"/>
            <a:ext cx="4989120" cy="1134338"/>
          </a:xfrm>
          <a:prstGeom prst="roundRect">
            <a:avLst/>
          </a:prstGeom>
          <a:solidFill>
            <a:srgbClr val="F0F8FF"/>
          </a:solidFill>
          <a:ln w="12700">
            <a:solidFill>
              <a:srgbClr val="378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ko-KR" altLang="en-US" b="1">
                <a:solidFill>
                  <a:srgbClr val="3378C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자동 취소 처리</a:t>
            </a:r>
            <a:endParaRPr lang="en-US" altLang="ko-KR" b="1">
              <a:solidFill>
                <a:srgbClr val="3378C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 latinLnBrk="0"/>
            <a:r>
              <a:rPr lang="ko-KR" altLang="en-US" sz="120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결제창</a:t>
            </a:r>
            <a:r>
              <a:rPr lang="ko-KR" altLang="en-US" sz="12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이탈 </a:t>
            </a:r>
            <a:r>
              <a:rPr lang="en-US" altLang="ko-KR" sz="12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2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미결제 상태 </a:t>
            </a:r>
            <a:r>
              <a:rPr lang="en-US" altLang="ko-KR" sz="12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15</a:t>
            </a:r>
            <a:r>
              <a:rPr lang="ko-KR" altLang="en-US" sz="12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분 누적 시 주문 자동 취소 및 재고 복구</a:t>
            </a:r>
          </a:p>
        </p:txBody>
      </p:sp>
      <p:sp>
        <p:nvSpPr>
          <p:cNvPr id="153" name="Rounded Rectangle 12">
            <a:extLst>
              <a:ext uri="{FF2B5EF4-FFF2-40B4-BE49-F238E27FC236}">
                <a16:creationId xmlns:a16="http://schemas.microsoft.com/office/drawing/2014/main" xmlns="" id="{F58872FF-EADC-452D-80CD-DD801D73EE54}"/>
              </a:ext>
            </a:extLst>
          </p:cNvPr>
          <p:cNvSpPr/>
          <p:nvPr/>
        </p:nvSpPr>
        <p:spPr>
          <a:xfrm>
            <a:off x="9480376" y="4077072"/>
            <a:ext cx="2249772" cy="2463734"/>
          </a:xfrm>
          <a:prstGeom prst="roundRect">
            <a:avLst/>
          </a:prstGeom>
          <a:solidFill>
            <a:srgbClr val="EBF2FA"/>
          </a:solidFill>
          <a:ln w="12700">
            <a:solidFill>
              <a:srgbClr val="C8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>
              <a:latin typeface="Noto Sans KR" panose="020B0200000000000000" pitchFamily="50" charset="-127"/>
            </a:endParaRPr>
          </a:p>
        </p:txBody>
      </p:sp>
      <p:pic>
        <p:nvPicPr>
          <p:cNvPr id="154" name="그림 153">
            <a:extLst>
              <a:ext uri="{FF2B5EF4-FFF2-40B4-BE49-F238E27FC236}">
                <a16:creationId xmlns:a16="http://schemas.microsoft.com/office/drawing/2014/main" xmlns="" id="{77070D3E-BDEA-4B8B-A6FF-DA61F86D1DB9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664702" y="4330358"/>
            <a:ext cx="1952005" cy="1941912"/>
          </a:xfrm>
          <a:prstGeom prst="rect">
            <a:avLst/>
          </a:prstGeom>
        </p:spPr>
      </p:pic>
      <p:sp>
        <p:nvSpPr>
          <p:cNvPr id="78" name="TextBox 77">
            <a:extLst>
              <a:ext uri="{FF2B5EF4-FFF2-40B4-BE49-F238E27FC236}">
                <a16:creationId xmlns:a16="http://schemas.microsoft.com/office/drawing/2014/main" xmlns="" id="{9E2ABE78-AD98-4C63-9C21-AC38B03412DA}"/>
              </a:ext>
            </a:extLst>
          </p:cNvPr>
          <p:cNvSpPr txBox="1"/>
          <p:nvPr/>
        </p:nvSpPr>
        <p:spPr>
          <a:xfrm>
            <a:off x="674122" y="1334655"/>
            <a:ext cx="10149840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latinLnBrk="0"/>
            <a:r>
              <a:rPr lang="ko-KR" altLang="en-US" sz="2100" b="1" smtClean="0">
                <a:solidFill>
                  <a:srgbClr val="23303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도서 결제 과정과 미결제 자동 취소</a:t>
            </a:r>
            <a:endParaRPr lang="ko-KR" altLang="en-US" sz="2100" b="1">
              <a:solidFill>
                <a:srgbClr val="23303E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xmlns="" id="{6CA58B82-CEB3-4D32-8CF5-49AA981A3F2C}"/>
              </a:ext>
            </a:extLst>
          </p:cNvPr>
          <p:cNvSpPr/>
          <p:nvPr/>
        </p:nvSpPr>
        <p:spPr>
          <a:xfrm>
            <a:off x="1390490" y="1958777"/>
            <a:ext cx="831202" cy="885964"/>
          </a:xfrm>
          <a:prstGeom prst="ellipse">
            <a:avLst/>
          </a:prstGeom>
          <a:solidFill>
            <a:srgbClr val="337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24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xmlns="" id="{8D9476F7-08D8-4648-B989-A0915A0F9A3B}"/>
              </a:ext>
            </a:extLst>
          </p:cNvPr>
          <p:cNvSpPr/>
          <p:nvPr/>
        </p:nvSpPr>
        <p:spPr>
          <a:xfrm>
            <a:off x="3538951" y="1961205"/>
            <a:ext cx="831202" cy="885964"/>
          </a:xfrm>
          <a:prstGeom prst="ellipse">
            <a:avLst/>
          </a:prstGeom>
          <a:solidFill>
            <a:srgbClr val="337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sz="24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xmlns="" id="{1DAE9244-430C-4366-81F9-544B6304CED0}"/>
              </a:ext>
            </a:extLst>
          </p:cNvPr>
          <p:cNvSpPr/>
          <p:nvPr/>
        </p:nvSpPr>
        <p:spPr>
          <a:xfrm>
            <a:off x="5680399" y="1962420"/>
            <a:ext cx="831202" cy="885964"/>
          </a:xfrm>
          <a:prstGeom prst="ellipse">
            <a:avLst/>
          </a:prstGeom>
          <a:solidFill>
            <a:srgbClr val="337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ko-KR" altLang="en-US" sz="24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xmlns="" id="{AB90F710-726A-4D89-956B-1DCD85B6DC5A}"/>
              </a:ext>
            </a:extLst>
          </p:cNvPr>
          <p:cNvSpPr/>
          <p:nvPr/>
        </p:nvSpPr>
        <p:spPr>
          <a:xfrm>
            <a:off x="7825308" y="1975971"/>
            <a:ext cx="831202" cy="885964"/>
          </a:xfrm>
          <a:prstGeom prst="ellipse">
            <a:avLst/>
          </a:prstGeom>
          <a:solidFill>
            <a:srgbClr val="337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endParaRPr lang="ko-KR" altLang="en-US" sz="24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xmlns="" id="{1E074C68-00DC-42E5-9541-83A76DC0EDFE}"/>
              </a:ext>
            </a:extLst>
          </p:cNvPr>
          <p:cNvSpPr/>
          <p:nvPr/>
        </p:nvSpPr>
        <p:spPr>
          <a:xfrm>
            <a:off x="9817313" y="1975974"/>
            <a:ext cx="831202" cy="885964"/>
          </a:xfrm>
          <a:prstGeom prst="ellipse">
            <a:avLst/>
          </a:prstGeom>
          <a:solidFill>
            <a:srgbClr val="337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>
                <a:latin typeface="Noto Sans KR" panose="020B0200000000000000" pitchFamily="50" charset="-127"/>
                <a:ea typeface="Noto Sans KR" panose="020B0200000000000000" pitchFamily="50" charset="-127"/>
              </a:rPr>
              <a:t>5</a:t>
            </a:r>
            <a:endParaRPr lang="ko-KR" altLang="en-US" sz="24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xmlns="" id="{C68E2601-D5AE-45AA-9610-8D6EA7FBBDD3}"/>
              </a:ext>
            </a:extLst>
          </p:cNvPr>
          <p:cNvSpPr txBox="1"/>
          <p:nvPr/>
        </p:nvSpPr>
        <p:spPr>
          <a:xfrm>
            <a:off x="809125" y="2844741"/>
            <a:ext cx="1993932" cy="761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>
              <a:lnSpc>
                <a:spcPct val="150000"/>
              </a:lnSpc>
            </a:pPr>
            <a:r>
              <a:rPr lang="ko-KR" altLang="en-US" b="1" smtClean="0">
                <a:solidFill>
                  <a:srgbClr val="3378C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도서 선택</a:t>
            </a:r>
            <a:endParaRPr lang="ko-KR" altLang="en-US" b="1">
              <a:solidFill>
                <a:srgbClr val="3378C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 latinLnBrk="0">
              <a:lnSpc>
                <a:spcPct val="150000"/>
              </a:lnSpc>
            </a:pPr>
            <a:r>
              <a:rPr lang="ko-KR" altLang="en-US" sz="11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장바구니에서 주문할 도서 선택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xmlns="" id="{853F8E92-27F4-4BAC-8CAD-10BA8C5165B1}"/>
              </a:ext>
            </a:extLst>
          </p:cNvPr>
          <p:cNvSpPr txBox="1"/>
          <p:nvPr/>
        </p:nvSpPr>
        <p:spPr>
          <a:xfrm>
            <a:off x="2957586" y="2847169"/>
            <a:ext cx="199393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>
              <a:lnSpc>
                <a:spcPct val="150000"/>
              </a:lnSpc>
            </a:pPr>
            <a:r>
              <a:rPr lang="ko-KR" altLang="en-US" b="1">
                <a:solidFill>
                  <a:srgbClr val="3378C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배송 정보 입력</a:t>
            </a:r>
          </a:p>
          <a:p>
            <a:pPr algn="ctr" latinLnBrk="0"/>
            <a:r>
              <a:rPr lang="ko-KR" altLang="en-US" sz="11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수령인 </a:t>
            </a:r>
            <a:r>
              <a:rPr lang="en-US" altLang="ko-KR" sz="11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1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연락처 </a:t>
            </a:r>
            <a:r>
              <a:rPr lang="en-US" altLang="ko-KR" sz="11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1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주소 입력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xmlns="" id="{AAED0C1E-7AC6-40AF-85AA-14809A3578FA}"/>
              </a:ext>
            </a:extLst>
          </p:cNvPr>
          <p:cNvSpPr txBox="1"/>
          <p:nvPr/>
        </p:nvSpPr>
        <p:spPr>
          <a:xfrm>
            <a:off x="5099034" y="2848383"/>
            <a:ext cx="1993932" cy="846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>
              <a:lnSpc>
                <a:spcPct val="150000"/>
              </a:lnSpc>
            </a:pPr>
            <a:r>
              <a:rPr lang="ko-KR" altLang="en-US" b="1">
                <a:solidFill>
                  <a:srgbClr val="3378C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결제하기 클릭</a:t>
            </a:r>
          </a:p>
          <a:p>
            <a:pPr algn="ctr" latinLnBrk="0"/>
            <a:r>
              <a:rPr lang="ko-KR" altLang="en-US" sz="11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주문 생성</a:t>
            </a:r>
          </a:p>
          <a:p>
            <a:pPr algn="ctr" latinLnBrk="0"/>
            <a:r>
              <a:rPr lang="ko-KR" altLang="en-US" sz="11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재고 차감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xmlns="" id="{EB8F7340-6BE7-4596-9A4F-09E64BB8BB24}"/>
              </a:ext>
            </a:extLst>
          </p:cNvPr>
          <p:cNvSpPr txBox="1"/>
          <p:nvPr/>
        </p:nvSpPr>
        <p:spPr>
          <a:xfrm>
            <a:off x="7233264" y="2861933"/>
            <a:ext cx="1993932" cy="846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>
              <a:lnSpc>
                <a:spcPct val="150000"/>
              </a:lnSpc>
            </a:pPr>
            <a:r>
              <a:rPr lang="en-US" altLang="ko-KR" b="1">
                <a:solidFill>
                  <a:srgbClr val="3378C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Toss </a:t>
            </a:r>
            <a:r>
              <a:rPr lang="ko-KR" altLang="en-US" b="1" err="1">
                <a:solidFill>
                  <a:srgbClr val="3378C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결제창</a:t>
            </a:r>
            <a:r>
              <a:rPr lang="ko-KR" altLang="en-US" b="1">
                <a:solidFill>
                  <a:srgbClr val="3378C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진입</a:t>
            </a:r>
          </a:p>
          <a:p>
            <a:pPr algn="ctr" latinLnBrk="0"/>
            <a:r>
              <a:rPr lang="en-US" altLang="ko-KR" sz="11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PAYMENT_PENDING</a:t>
            </a:r>
            <a:br>
              <a:rPr lang="en-US" altLang="ko-KR" sz="11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1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결제 대기 상태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xmlns="" id="{D7B312FF-AE03-49ED-8DAF-1720D5911593}"/>
              </a:ext>
            </a:extLst>
          </p:cNvPr>
          <p:cNvSpPr txBox="1"/>
          <p:nvPr/>
        </p:nvSpPr>
        <p:spPr>
          <a:xfrm>
            <a:off x="9235948" y="2861935"/>
            <a:ext cx="1993932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>
              <a:lnSpc>
                <a:spcPct val="150000"/>
              </a:lnSpc>
            </a:pPr>
            <a:r>
              <a:rPr lang="ko-KR" altLang="en-US" b="1">
                <a:solidFill>
                  <a:srgbClr val="3378C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결제 성공</a:t>
            </a:r>
          </a:p>
          <a:p>
            <a:pPr algn="ctr" latinLnBrk="0"/>
            <a:r>
              <a:rPr lang="en-US" altLang="ko-KR" sz="12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PAID</a:t>
            </a:r>
            <a:br>
              <a:rPr lang="en-US" altLang="ko-KR" sz="12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2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주문 완료</a:t>
            </a:r>
          </a:p>
        </p:txBody>
      </p: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xmlns="" id="{79AF0611-E7CD-4DB6-AD2D-159928F5E2ED}"/>
              </a:ext>
            </a:extLst>
          </p:cNvPr>
          <p:cNvCxnSpPr/>
          <p:nvPr/>
        </p:nvCxnSpPr>
        <p:spPr>
          <a:xfrm>
            <a:off x="4363140" y="2404187"/>
            <a:ext cx="1317259" cy="24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xmlns="" id="{582D8494-DA50-4A84-8D95-702175A9BCAF}"/>
              </a:ext>
            </a:extLst>
          </p:cNvPr>
          <p:cNvCxnSpPr/>
          <p:nvPr/>
        </p:nvCxnSpPr>
        <p:spPr>
          <a:xfrm>
            <a:off x="6512477" y="2425304"/>
            <a:ext cx="1317259" cy="24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xmlns="" id="{36F7CC33-7153-45D7-B97A-A20AF2CD42DB}"/>
              </a:ext>
            </a:extLst>
          </p:cNvPr>
          <p:cNvCxnSpPr/>
          <p:nvPr/>
        </p:nvCxnSpPr>
        <p:spPr>
          <a:xfrm>
            <a:off x="8500054" y="2425304"/>
            <a:ext cx="1317259" cy="24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xmlns="" id="{E58B0274-93C1-45EA-9FD7-796E5C59D480}"/>
              </a:ext>
            </a:extLst>
          </p:cNvPr>
          <p:cNvCxnSpPr/>
          <p:nvPr/>
        </p:nvCxnSpPr>
        <p:spPr>
          <a:xfrm>
            <a:off x="2229339" y="2425304"/>
            <a:ext cx="1317259" cy="24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xmlns="" id="{AB88255D-C6D7-4EA7-BA38-1E7192B74D1B}"/>
              </a:ext>
            </a:extLst>
          </p:cNvPr>
          <p:cNvCxnSpPr>
            <a:cxnSpLocks/>
          </p:cNvCxnSpPr>
          <p:nvPr/>
        </p:nvCxnSpPr>
        <p:spPr>
          <a:xfrm>
            <a:off x="8278791" y="3854623"/>
            <a:ext cx="0" cy="35088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타원 64">
            <a:extLst>
              <a:ext uri="{FF2B5EF4-FFF2-40B4-BE49-F238E27FC236}">
                <a16:creationId xmlns:a16="http://schemas.microsoft.com/office/drawing/2014/main" xmlns="" id="{0036638F-70D2-4F3C-84E4-5927F5CB6699}"/>
              </a:ext>
            </a:extLst>
          </p:cNvPr>
          <p:cNvSpPr/>
          <p:nvPr/>
        </p:nvSpPr>
        <p:spPr>
          <a:xfrm>
            <a:off x="7825308" y="4300480"/>
            <a:ext cx="831202" cy="885964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>
                <a:latin typeface="Noto Sans KR" panose="020B0200000000000000" pitchFamily="50" charset="-127"/>
                <a:ea typeface="Noto Sans KR" panose="020B0200000000000000" pitchFamily="50" charset="-127"/>
              </a:rPr>
              <a:t>5</a:t>
            </a:r>
            <a:endParaRPr lang="ko-KR" altLang="en-US" sz="24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xmlns="" id="{687443EE-B8A4-45C6-833A-C4CD2A49A29C}"/>
              </a:ext>
            </a:extLst>
          </p:cNvPr>
          <p:cNvSpPr txBox="1"/>
          <p:nvPr/>
        </p:nvSpPr>
        <p:spPr>
          <a:xfrm>
            <a:off x="7233264" y="5186442"/>
            <a:ext cx="1993932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/>
            <a:r>
              <a:rPr lang="en-US" altLang="ko-KR" b="1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15</a:t>
            </a:r>
            <a:r>
              <a:rPr lang="ko-KR" altLang="en-US" b="1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분 미결제</a:t>
            </a:r>
          </a:p>
          <a:p>
            <a:pPr algn="ctr" latinLnBrk="0"/>
            <a:r>
              <a:rPr lang="en-US" altLang="ko-KR" sz="11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Scheduler </a:t>
            </a:r>
            <a:r>
              <a:rPr lang="ko-KR" altLang="en-US" sz="11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확인 → </a:t>
            </a:r>
            <a:r>
              <a:rPr lang="en-US" altLang="ko-KR" sz="11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CANCELLED → </a:t>
            </a:r>
            <a:r>
              <a:rPr lang="ko-KR" altLang="en-US" sz="11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차감된 재고 복구</a:t>
            </a:r>
          </a:p>
        </p:txBody>
      </p:sp>
    </p:spTree>
    <p:extLst>
      <p:ext uri="{BB962C8B-B14F-4D97-AF65-F5344CB8AC3E}">
        <p14:creationId xmlns:p14="http://schemas.microsoft.com/office/powerpoint/2010/main" xmlns="" val="35360596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67">
            <a:extLst>
              <a:ext uri="{FF2B5EF4-FFF2-40B4-BE49-F238E27FC236}">
                <a16:creationId xmlns:a16="http://schemas.microsoft.com/office/drawing/2014/main" xmlns="" id="{B671D4D4-5D7A-4315-8F08-293925B8B1BA}"/>
              </a:ext>
            </a:extLst>
          </p:cNvPr>
          <p:cNvSpPr txBox="1"/>
          <p:nvPr/>
        </p:nvSpPr>
        <p:spPr>
          <a:xfrm>
            <a:off x="1076694" y="332656"/>
            <a:ext cx="690102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defRPr/>
            </a:pPr>
            <a:r>
              <a:rPr lang="ko-KR" altLang="en-US" sz="2800" b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개발 내용</a:t>
            </a:r>
            <a:endParaRPr lang="en-US" altLang="ko-KR" sz="2800" b="1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atinLnBrk="0">
              <a:defRPr/>
            </a:pPr>
            <a:r>
              <a:rPr lang="ko-KR" altLang="en-US" sz="1600" b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주요 구현 기능 ⑤ 결제 안정성 및 상태 관리</a:t>
            </a:r>
          </a:p>
        </p:txBody>
      </p:sp>
      <p:sp>
        <p:nvSpPr>
          <p:cNvPr id="69" name="타원 68">
            <a:extLst>
              <a:ext uri="{FF2B5EF4-FFF2-40B4-BE49-F238E27FC236}">
                <a16:creationId xmlns:a16="http://schemas.microsoft.com/office/drawing/2014/main" xmlns="" id="{9335FBE7-7948-49CB-A400-4210EF31A78D}"/>
              </a:ext>
            </a:extLst>
          </p:cNvPr>
          <p:cNvSpPr/>
          <p:nvPr/>
        </p:nvSpPr>
        <p:spPr>
          <a:xfrm>
            <a:off x="293510" y="216809"/>
            <a:ext cx="831202" cy="885964"/>
          </a:xfrm>
          <a:prstGeom prst="ellipse">
            <a:avLst/>
          </a:prstGeom>
          <a:solidFill>
            <a:srgbClr val="337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>
                <a:latin typeface="Noto Sans KR" panose="020B0200000000000000" pitchFamily="50" charset="-127"/>
                <a:ea typeface="Noto Sans KR" panose="020B0200000000000000" pitchFamily="50" charset="-127"/>
              </a:rPr>
              <a:t>03</a:t>
            </a:r>
            <a:endParaRPr lang="ko-KR" altLang="en-US" sz="24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xmlns="" id="{20B17C45-46AA-4F46-A3EC-5C7F4284DDF1}"/>
              </a:ext>
            </a:extLst>
          </p:cNvPr>
          <p:cNvSpPr txBox="1"/>
          <p:nvPr/>
        </p:nvSpPr>
        <p:spPr>
          <a:xfrm>
            <a:off x="674122" y="1334655"/>
            <a:ext cx="10149840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latinLnBrk="0"/>
            <a:r>
              <a:rPr lang="ko-KR" altLang="en-US" sz="2100" b="1">
                <a:solidFill>
                  <a:srgbClr val="23303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결제 방어</a:t>
            </a:r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xmlns="" id="{E99FD39E-AC8E-49D8-8DFB-036AA582ABDD}"/>
              </a:ext>
            </a:extLst>
          </p:cNvPr>
          <p:cNvSpPr/>
          <p:nvPr/>
        </p:nvSpPr>
        <p:spPr>
          <a:xfrm>
            <a:off x="1390490" y="2116731"/>
            <a:ext cx="831202" cy="885964"/>
          </a:xfrm>
          <a:prstGeom prst="ellipse">
            <a:avLst/>
          </a:prstGeom>
          <a:solidFill>
            <a:srgbClr val="337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24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xmlns="" id="{25139274-9984-4884-B7F5-1339BBC1A9DA}"/>
              </a:ext>
            </a:extLst>
          </p:cNvPr>
          <p:cNvSpPr/>
          <p:nvPr/>
        </p:nvSpPr>
        <p:spPr>
          <a:xfrm>
            <a:off x="3538951" y="2119159"/>
            <a:ext cx="831202" cy="885964"/>
          </a:xfrm>
          <a:prstGeom prst="ellipse">
            <a:avLst/>
          </a:prstGeom>
          <a:solidFill>
            <a:srgbClr val="337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sz="24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xmlns="" id="{F0E48A34-5037-4402-AA06-11A53EBBD67E}"/>
              </a:ext>
            </a:extLst>
          </p:cNvPr>
          <p:cNvSpPr/>
          <p:nvPr/>
        </p:nvSpPr>
        <p:spPr>
          <a:xfrm>
            <a:off x="5680399" y="2120374"/>
            <a:ext cx="831202" cy="885964"/>
          </a:xfrm>
          <a:prstGeom prst="ellipse">
            <a:avLst/>
          </a:prstGeom>
          <a:solidFill>
            <a:srgbClr val="337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ko-KR" altLang="en-US" sz="24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xmlns="" id="{5F044D93-9C0D-41DA-96CC-4B4CB4790E05}"/>
              </a:ext>
            </a:extLst>
          </p:cNvPr>
          <p:cNvSpPr/>
          <p:nvPr/>
        </p:nvSpPr>
        <p:spPr>
          <a:xfrm>
            <a:off x="7825308" y="2133925"/>
            <a:ext cx="831202" cy="885964"/>
          </a:xfrm>
          <a:prstGeom prst="ellipse">
            <a:avLst/>
          </a:prstGeom>
          <a:solidFill>
            <a:srgbClr val="337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endParaRPr lang="ko-KR" altLang="en-US" sz="24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xmlns="" id="{AF4D7D1F-7E96-428A-BD53-EE708AD62625}"/>
              </a:ext>
            </a:extLst>
          </p:cNvPr>
          <p:cNvSpPr/>
          <p:nvPr/>
        </p:nvSpPr>
        <p:spPr>
          <a:xfrm>
            <a:off x="9817313" y="2133928"/>
            <a:ext cx="831202" cy="885964"/>
          </a:xfrm>
          <a:prstGeom prst="ellipse">
            <a:avLst/>
          </a:prstGeom>
          <a:solidFill>
            <a:srgbClr val="337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>
                <a:latin typeface="Noto Sans KR" panose="020B0200000000000000" pitchFamily="50" charset="-127"/>
                <a:ea typeface="Noto Sans KR" panose="020B0200000000000000" pitchFamily="50" charset="-127"/>
              </a:rPr>
              <a:t>5</a:t>
            </a:r>
            <a:endParaRPr lang="ko-KR" altLang="en-US" sz="24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xmlns="" id="{9705CFDC-E051-4E6A-A7A7-B0E039FFA929}"/>
              </a:ext>
            </a:extLst>
          </p:cNvPr>
          <p:cNvSpPr txBox="1"/>
          <p:nvPr/>
        </p:nvSpPr>
        <p:spPr>
          <a:xfrm>
            <a:off x="809125" y="3002695"/>
            <a:ext cx="1993932" cy="1239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>
              <a:lnSpc>
                <a:spcPct val="150000"/>
              </a:lnSpc>
            </a:pPr>
            <a:r>
              <a:rPr lang="ko-KR" altLang="en-US" b="1">
                <a:solidFill>
                  <a:srgbClr val="3378C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사용자</a:t>
            </a:r>
            <a:endParaRPr lang="en-US" altLang="ko-KR" b="1">
              <a:solidFill>
                <a:srgbClr val="3378C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 latinLnBrk="0">
              <a:lnSpc>
                <a:spcPct val="150000"/>
              </a:lnSpc>
            </a:pPr>
            <a:r>
              <a:rPr lang="ko-KR" altLang="en-US" sz="11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로그인 사용자 확인</a:t>
            </a:r>
          </a:p>
          <a:p>
            <a:pPr algn="ctr" latinLnBrk="0">
              <a:lnSpc>
                <a:spcPct val="150000"/>
              </a:lnSpc>
            </a:pPr>
            <a:r>
              <a:rPr lang="ko-KR" altLang="en-US" sz="11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본인 주문</a:t>
            </a:r>
            <a:r>
              <a:rPr lang="en-US" altLang="ko-KR" sz="11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1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예매만 허용</a:t>
            </a:r>
          </a:p>
          <a:p>
            <a:pPr algn="ctr" latinLnBrk="0">
              <a:lnSpc>
                <a:spcPct val="150000"/>
              </a:lnSpc>
            </a:pPr>
            <a:r>
              <a:rPr lang="ko-KR" altLang="en-US" sz="11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결제 가능 상태 확인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xmlns="" id="{4AD6B18C-370E-4D4D-B019-676C7D632906}"/>
              </a:ext>
            </a:extLst>
          </p:cNvPr>
          <p:cNvSpPr txBox="1"/>
          <p:nvPr/>
        </p:nvSpPr>
        <p:spPr>
          <a:xfrm>
            <a:off x="2957586" y="3005123"/>
            <a:ext cx="1993932" cy="1184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>
              <a:lnSpc>
                <a:spcPct val="150000"/>
              </a:lnSpc>
            </a:pPr>
            <a:r>
              <a:rPr lang="ko-KR" altLang="en-US" b="1">
                <a:solidFill>
                  <a:srgbClr val="3378C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금액</a:t>
            </a:r>
            <a:r>
              <a:rPr lang="en-US" altLang="ko-KR" b="1">
                <a:solidFill>
                  <a:srgbClr val="3378C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b="1">
                <a:solidFill>
                  <a:srgbClr val="3378C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상태 검증</a:t>
            </a:r>
          </a:p>
          <a:p>
            <a:pPr algn="ctr" latinLnBrk="0"/>
            <a:r>
              <a:rPr lang="ko-KR" altLang="en-US" sz="11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서버 저장 금액과 비교</a:t>
            </a:r>
          </a:p>
          <a:p>
            <a:pPr algn="ctr" latinLnBrk="0"/>
            <a:r>
              <a:rPr lang="ko-KR" altLang="en-US" sz="11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도서 </a:t>
            </a:r>
            <a:r>
              <a:rPr lang="en-US" altLang="ko-KR" sz="11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PAYMENT_PENDING </a:t>
            </a:r>
            <a:r>
              <a:rPr lang="ko-KR" altLang="en-US" sz="11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상태 확인</a:t>
            </a:r>
          </a:p>
          <a:p>
            <a:pPr algn="ctr" latinLnBrk="0"/>
            <a:r>
              <a:rPr lang="ko-KR" altLang="en-US" sz="11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공연 </a:t>
            </a:r>
            <a:r>
              <a:rPr lang="en-US" altLang="ko-KR" sz="11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HELD·</a:t>
            </a:r>
            <a:r>
              <a:rPr lang="ko-KR" altLang="en-US" sz="11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만료 여부 확인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xmlns="" id="{1C318B63-4D85-4D7B-ACA7-B60A6E707108}"/>
              </a:ext>
            </a:extLst>
          </p:cNvPr>
          <p:cNvSpPr txBox="1"/>
          <p:nvPr/>
        </p:nvSpPr>
        <p:spPr>
          <a:xfrm>
            <a:off x="5099034" y="3006337"/>
            <a:ext cx="19939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>
              <a:lnSpc>
                <a:spcPct val="150000"/>
              </a:lnSpc>
            </a:pPr>
            <a:r>
              <a:rPr lang="ko-KR" altLang="en-US" b="1">
                <a:solidFill>
                  <a:srgbClr val="3378C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중복</a:t>
            </a:r>
            <a:r>
              <a:rPr lang="en-US" altLang="ko-KR" b="1">
                <a:solidFill>
                  <a:srgbClr val="3378C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b="1" err="1">
                <a:solidFill>
                  <a:srgbClr val="3378C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멱등성</a:t>
            </a:r>
            <a:endParaRPr lang="ko-KR" altLang="en-US" b="1">
              <a:solidFill>
                <a:srgbClr val="3378C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 latinLnBrk="0"/>
            <a:r>
              <a:rPr lang="en-US" altLang="ko-KR" sz="1100" b="1" err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paymentKey</a:t>
            </a:r>
            <a:r>
              <a:rPr lang="en-US" altLang="ko-KR" sz="11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1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중복 검사</a:t>
            </a:r>
          </a:p>
          <a:p>
            <a:pPr algn="ctr" latinLnBrk="0"/>
            <a:r>
              <a:rPr lang="ko-KR" altLang="en-US" sz="11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완료된 주문에는 </a:t>
            </a:r>
            <a:r>
              <a:rPr lang="en-US" altLang="ko-KR" sz="11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Idempotency-Key </a:t>
            </a:r>
            <a:r>
              <a:rPr lang="ko-KR" altLang="en-US" sz="11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적용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xmlns="" id="{9302B0B5-76AB-415F-984C-832E45E8E4F7}"/>
              </a:ext>
            </a:extLst>
          </p:cNvPr>
          <p:cNvSpPr txBox="1"/>
          <p:nvPr/>
        </p:nvSpPr>
        <p:spPr>
          <a:xfrm>
            <a:off x="7233264" y="3019887"/>
            <a:ext cx="19939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>
              <a:lnSpc>
                <a:spcPct val="150000"/>
              </a:lnSpc>
            </a:pPr>
            <a:r>
              <a:rPr lang="ko-KR" altLang="en-US" b="1">
                <a:solidFill>
                  <a:srgbClr val="3378C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승인 결과 </a:t>
            </a:r>
            <a:r>
              <a:rPr lang="ko-KR" altLang="en-US" b="1" err="1">
                <a:solidFill>
                  <a:srgbClr val="3378C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재검증</a:t>
            </a:r>
            <a:endParaRPr lang="ko-KR" altLang="en-US" b="1">
              <a:solidFill>
                <a:srgbClr val="3378C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 latinLnBrk="0"/>
            <a:r>
              <a:rPr lang="en-US" altLang="ko-KR" sz="11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Toss </a:t>
            </a:r>
            <a:r>
              <a:rPr lang="ko-KR" altLang="en-US" sz="11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응답 </a:t>
            </a:r>
            <a:r>
              <a:rPr lang="en-US" altLang="ko-KR" sz="1100" b="1" err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orderId</a:t>
            </a:r>
            <a:r>
              <a:rPr lang="en-US" altLang="ko-KR" sz="11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1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확인</a:t>
            </a:r>
          </a:p>
          <a:p>
            <a:pPr algn="ctr" latinLnBrk="0"/>
            <a:r>
              <a:rPr lang="en-US" altLang="ko-KR" sz="1100" b="1" err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amount·paymentKey</a:t>
            </a:r>
            <a:r>
              <a:rPr lang="en-US" altLang="ko-KR" sz="11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1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재확인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xmlns="" id="{814D388C-F315-41AB-8302-17539CEE3803}"/>
              </a:ext>
            </a:extLst>
          </p:cNvPr>
          <p:cNvSpPr txBox="1"/>
          <p:nvPr/>
        </p:nvSpPr>
        <p:spPr>
          <a:xfrm>
            <a:off x="9235948" y="3019889"/>
            <a:ext cx="1993932" cy="1431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>
              <a:lnSpc>
                <a:spcPct val="150000"/>
              </a:lnSpc>
            </a:pPr>
            <a:r>
              <a:rPr lang="en-US" altLang="ko-KR" b="1">
                <a:solidFill>
                  <a:srgbClr val="3378C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DB UNIQUE</a:t>
            </a:r>
          </a:p>
          <a:p>
            <a:pPr algn="ctr" latinLnBrk="0"/>
            <a:r>
              <a:rPr lang="en-US" altLang="ko-KR" sz="1200" b="1" err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payment_key</a:t>
            </a:r>
            <a:r>
              <a:rPr lang="en-US" altLang="ko-KR" sz="12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UNIQUE</a:t>
            </a:r>
          </a:p>
          <a:p>
            <a:pPr algn="ctr" latinLnBrk="0"/>
            <a:r>
              <a:rPr lang="en-US" altLang="ko-KR" sz="1200" b="1" err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idempotency_key</a:t>
            </a:r>
            <a:r>
              <a:rPr lang="en-US" altLang="ko-KR" sz="12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UNIQUE</a:t>
            </a:r>
          </a:p>
          <a:p>
            <a:pPr algn="ctr" latinLnBrk="0"/>
            <a:r>
              <a:rPr lang="en-US" altLang="ko-KR" sz="12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Toss </a:t>
            </a:r>
            <a:r>
              <a:rPr lang="ko-KR" altLang="en-US" sz="12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승인 후 </a:t>
            </a:r>
            <a:r>
              <a:rPr lang="en-US" altLang="ko-KR" sz="12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DB </a:t>
            </a:r>
            <a:r>
              <a:rPr lang="ko-KR" altLang="en-US" sz="12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저장 실패 시 자동 취소</a:t>
            </a:r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xmlns="" id="{4CBB2B25-78EB-4E8B-8B15-2558888209FA}"/>
              </a:ext>
            </a:extLst>
          </p:cNvPr>
          <p:cNvCxnSpPr/>
          <p:nvPr/>
        </p:nvCxnSpPr>
        <p:spPr>
          <a:xfrm>
            <a:off x="4363140" y="2562141"/>
            <a:ext cx="1317259" cy="24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xmlns="" id="{28756DB0-54DA-49D3-A2AC-D42438D601C3}"/>
              </a:ext>
            </a:extLst>
          </p:cNvPr>
          <p:cNvCxnSpPr/>
          <p:nvPr/>
        </p:nvCxnSpPr>
        <p:spPr>
          <a:xfrm>
            <a:off x="6512477" y="2583258"/>
            <a:ext cx="1317259" cy="24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xmlns="" id="{9CE6E05D-9506-4BF2-9FF8-BA4C05144D07}"/>
              </a:ext>
            </a:extLst>
          </p:cNvPr>
          <p:cNvCxnSpPr/>
          <p:nvPr/>
        </p:nvCxnSpPr>
        <p:spPr>
          <a:xfrm>
            <a:off x="8500054" y="2583258"/>
            <a:ext cx="1317259" cy="24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xmlns="" id="{63F55558-07A6-407E-A0E8-D0F13EB3A407}"/>
              </a:ext>
            </a:extLst>
          </p:cNvPr>
          <p:cNvCxnSpPr/>
          <p:nvPr/>
        </p:nvCxnSpPr>
        <p:spPr>
          <a:xfrm>
            <a:off x="2229339" y="2583258"/>
            <a:ext cx="1317259" cy="24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3672505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67">
            <a:extLst>
              <a:ext uri="{FF2B5EF4-FFF2-40B4-BE49-F238E27FC236}">
                <a16:creationId xmlns:a16="http://schemas.microsoft.com/office/drawing/2014/main" xmlns="" id="{B671D4D4-5D7A-4315-8F08-293925B8B1BA}"/>
              </a:ext>
            </a:extLst>
          </p:cNvPr>
          <p:cNvSpPr txBox="1"/>
          <p:nvPr/>
        </p:nvSpPr>
        <p:spPr>
          <a:xfrm>
            <a:off x="1076694" y="332656"/>
            <a:ext cx="690102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defRPr/>
            </a:pPr>
            <a:r>
              <a:rPr lang="ko-KR" altLang="en-US" sz="2800" b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개발 내용</a:t>
            </a:r>
            <a:endParaRPr lang="en-US" altLang="ko-KR" sz="2800" b="1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atinLnBrk="0">
              <a:defRPr/>
            </a:pPr>
            <a:r>
              <a:rPr lang="ko-KR" altLang="en-US" sz="1600" b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주요 구현 기능 ⑤ 결제 안정성 및 상태 관리</a:t>
            </a:r>
          </a:p>
        </p:txBody>
      </p:sp>
      <p:sp>
        <p:nvSpPr>
          <p:cNvPr id="69" name="타원 68">
            <a:extLst>
              <a:ext uri="{FF2B5EF4-FFF2-40B4-BE49-F238E27FC236}">
                <a16:creationId xmlns:a16="http://schemas.microsoft.com/office/drawing/2014/main" xmlns="" id="{9335FBE7-7948-49CB-A400-4210EF31A78D}"/>
              </a:ext>
            </a:extLst>
          </p:cNvPr>
          <p:cNvSpPr/>
          <p:nvPr/>
        </p:nvSpPr>
        <p:spPr>
          <a:xfrm>
            <a:off x="293510" y="216809"/>
            <a:ext cx="831202" cy="885964"/>
          </a:xfrm>
          <a:prstGeom prst="ellipse">
            <a:avLst/>
          </a:prstGeom>
          <a:solidFill>
            <a:srgbClr val="337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>
                <a:latin typeface="Noto Sans KR" panose="020B0200000000000000" pitchFamily="50" charset="-127"/>
                <a:ea typeface="Noto Sans KR" panose="020B0200000000000000" pitchFamily="50" charset="-127"/>
              </a:rPr>
              <a:t>03</a:t>
            </a:r>
            <a:endParaRPr lang="ko-KR" altLang="en-US" sz="24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xmlns="" id="{9F23BCAD-6F85-494F-B009-0036D624DEEF}"/>
              </a:ext>
            </a:extLst>
          </p:cNvPr>
          <p:cNvSpPr txBox="1"/>
          <p:nvPr/>
        </p:nvSpPr>
        <p:spPr>
          <a:xfrm>
            <a:off x="743615" y="1469144"/>
            <a:ext cx="1078898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ko-KR" altLang="en-US" sz="15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결제 처리 흐름</a:t>
            </a:r>
          </a:p>
        </p:txBody>
      </p:sp>
      <p:sp>
        <p:nvSpPr>
          <p:cNvPr id="43" name="Rounded Rectangle 40">
            <a:extLst>
              <a:ext uri="{FF2B5EF4-FFF2-40B4-BE49-F238E27FC236}">
                <a16:creationId xmlns:a16="http://schemas.microsoft.com/office/drawing/2014/main" xmlns="" id="{6DDB0DDC-A910-453C-AA7F-23E5932913D1}"/>
              </a:ext>
            </a:extLst>
          </p:cNvPr>
          <p:cNvSpPr/>
          <p:nvPr/>
        </p:nvSpPr>
        <p:spPr>
          <a:xfrm>
            <a:off x="749808" y="4377092"/>
            <a:ext cx="4800600" cy="960120"/>
          </a:xfrm>
          <a:prstGeom prst="roundRect">
            <a:avLst/>
          </a:prstGeom>
          <a:solidFill>
            <a:srgbClr val="F0F8FF"/>
          </a:solidFill>
          <a:ln w="12700">
            <a:solidFill>
              <a:srgbClr val="378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>
              <a:latin typeface="Noto Sans KR" panose="020B0200000000000000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F4E015D8-1BE4-4D37-B509-21219F3E20B3}"/>
              </a:ext>
            </a:extLst>
          </p:cNvPr>
          <p:cNvSpPr txBox="1"/>
          <p:nvPr/>
        </p:nvSpPr>
        <p:spPr>
          <a:xfrm>
            <a:off x="960120" y="4401584"/>
            <a:ext cx="821700" cy="252377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l" latinLnBrk="0"/>
            <a:r>
              <a:rPr sz="1400" b="1" err="1">
                <a:solidFill>
                  <a:srgbClr val="1A965B"/>
                </a:solidFill>
                <a:latin typeface="Noto Sans KR" panose="020B0200000000000000" pitchFamily="50" charset="-127"/>
              </a:rPr>
              <a:t>승인</a:t>
            </a:r>
            <a:r>
              <a:rPr sz="1400" b="1">
                <a:solidFill>
                  <a:srgbClr val="1A965B"/>
                </a:solidFill>
                <a:latin typeface="Noto Sans KR" panose="020B0200000000000000" pitchFamily="50" charset="-127"/>
              </a:rPr>
              <a:t> </a:t>
            </a:r>
            <a:r>
              <a:rPr sz="1400" b="1" err="1">
                <a:solidFill>
                  <a:srgbClr val="1A965B"/>
                </a:solidFill>
                <a:latin typeface="Noto Sans KR" panose="020B0200000000000000" pitchFamily="50" charset="-127"/>
              </a:rPr>
              <a:t>성공</a:t>
            </a:r>
            <a:endParaRPr sz="1400" b="1">
              <a:solidFill>
                <a:srgbClr val="1A965B"/>
              </a:solidFill>
              <a:latin typeface="Noto Sans KR" panose="020B0200000000000000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xmlns="" id="{1D5F98D3-1F85-4EDD-97B2-02B9585C4255}"/>
              </a:ext>
            </a:extLst>
          </p:cNvPr>
          <p:cNvSpPr txBox="1"/>
          <p:nvPr/>
        </p:nvSpPr>
        <p:spPr>
          <a:xfrm>
            <a:off x="960120" y="4714152"/>
            <a:ext cx="2609048" cy="221599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l" latinLnBrk="0"/>
            <a:r>
              <a:rPr sz="1200" b="0">
                <a:solidFill>
                  <a:srgbClr val="323741"/>
                </a:solidFill>
                <a:latin typeface="Noto Sans KR" panose="020B0200000000000000" pitchFamily="50" charset="-127"/>
              </a:rPr>
              <a:t>Payment </a:t>
            </a:r>
            <a:r>
              <a:rPr sz="1200" b="0" err="1">
                <a:solidFill>
                  <a:srgbClr val="323741"/>
                </a:solidFill>
                <a:latin typeface="Noto Sans KR" panose="020B0200000000000000" pitchFamily="50" charset="-127"/>
              </a:rPr>
              <a:t>저장</a:t>
            </a:r>
            <a:r>
              <a:rPr sz="1200" b="0">
                <a:solidFill>
                  <a:srgbClr val="323741"/>
                </a:solidFill>
                <a:latin typeface="Noto Sans KR" panose="020B0200000000000000" pitchFamily="50" charset="-127"/>
              </a:rPr>
              <a:t> → </a:t>
            </a:r>
            <a:r>
              <a:rPr sz="1200" b="0" err="1">
                <a:solidFill>
                  <a:srgbClr val="323741"/>
                </a:solidFill>
                <a:latin typeface="Noto Sans KR" panose="020B0200000000000000" pitchFamily="50" charset="-127"/>
              </a:rPr>
              <a:t>주문</a:t>
            </a:r>
            <a:r>
              <a:rPr sz="1200" b="0">
                <a:solidFill>
                  <a:srgbClr val="323741"/>
                </a:solidFill>
                <a:latin typeface="Noto Sans KR" panose="020B0200000000000000" pitchFamily="50" charset="-127"/>
              </a:rPr>
              <a:t> </a:t>
            </a:r>
            <a:r>
              <a:rPr sz="1200" b="0" err="1">
                <a:solidFill>
                  <a:srgbClr val="323741"/>
                </a:solidFill>
                <a:latin typeface="Noto Sans KR" panose="020B0200000000000000" pitchFamily="50" charset="-127"/>
              </a:rPr>
              <a:t>완료</a:t>
            </a:r>
            <a:r>
              <a:rPr sz="1200" b="0">
                <a:solidFill>
                  <a:srgbClr val="323741"/>
                </a:solidFill>
                <a:latin typeface="Noto Sans KR" panose="020B0200000000000000" pitchFamily="50" charset="-127"/>
              </a:rPr>
              <a:t> / </a:t>
            </a:r>
            <a:r>
              <a:rPr sz="1200" b="0" err="1">
                <a:solidFill>
                  <a:srgbClr val="323741"/>
                </a:solidFill>
                <a:latin typeface="Noto Sans KR" panose="020B0200000000000000" pitchFamily="50" charset="-127"/>
              </a:rPr>
              <a:t>예매</a:t>
            </a:r>
            <a:r>
              <a:rPr sz="1200" b="0">
                <a:solidFill>
                  <a:srgbClr val="323741"/>
                </a:solidFill>
                <a:latin typeface="Noto Sans KR" panose="020B0200000000000000" pitchFamily="50" charset="-127"/>
              </a:rPr>
              <a:t> </a:t>
            </a:r>
            <a:r>
              <a:rPr sz="1200" b="0" err="1">
                <a:solidFill>
                  <a:srgbClr val="323741"/>
                </a:solidFill>
                <a:latin typeface="Noto Sans KR" panose="020B0200000000000000" pitchFamily="50" charset="-127"/>
              </a:rPr>
              <a:t>확정</a:t>
            </a:r>
            <a:endParaRPr sz="1200" b="0">
              <a:solidFill>
                <a:srgbClr val="323741"/>
              </a:solidFill>
              <a:latin typeface="Noto Sans KR" panose="020B0200000000000000" pitchFamily="50" charset="-127"/>
            </a:endParaRPr>
          </a:p>
        </p:txBody>
      </p:sp>
      <p:sp>
        <p:nvSpPr>
          <p:cNvPr id="46" name="Rounded Rectangle 43">
            <a:extLst>
              <a:ext uri="{FF2B5EF4-FFF2-40B4-BE49-F238E27FC236}">
                <a16:creationId xmlns:a16="http://schemas.microsoft.com/office/drawing/2014/main" xmlns="" id="{9BB97C4F-4E88-4183-9801-161CCF336745}"/>
              </a:ext>
            </a:extLst>
          </p:cNvPr>
          <p:cNvSpPr/>
          <p:nvPr/>
        </p:nvSpPr>
        <p:spPr>
          <a:xfrm>
            <a:off x="6510528" y="4349464"/>
            <a:ext cx="4800600" cy="960120"/>
          </a:xfrm>
          <a:prstGeom prst="roundRect">
            <a:avLst/>
          </a:prstGeom>
          <a:solidFill>
            <a:srgbClr val="FFF5F2"/>
          </a:solidFill>
          <a:ln w="12700">
            <a:solidFill>
              <a:srgbClr val="BC4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>
              <a:latin typeface="Noto Sans KR" panose="020B0200000000000000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xmlns="" id="{EB6EEB7E-0C92-4C86-9823-13F98D2F7FF9}"/>
              </a:ext>
            </a:extLst>
          </p:cNvPr>
          <p:cNvSpPr txBox="1"/>
          <p:nvPr/>
        </p:nvSpPr>
        <p:spPr>
          <a:xfrm>
            <a:off x="6720840" y="4401584"/>
            <a:ext cx="1767472" cy="252377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l" latinLnBrk="0"/>
            <a:r>
              <a:rPr sz="1400" b="1" err="1">
                <a:solidFill>
                  <a:srgbClr val="BC4334"/>
                </a:solidFill>
                <a:latin typeface="Noto Sans KR" panose="020B0200000000000000" pitchFamily="50" charset="-127"/>
              </a:rPr>
              <a:t>승인</a:t>
            </a:r>
            <a:r>
              <a:rPr sz="1400" b="1">
                <a:solidFill>
                  <a:srgbClr val="BC4334"/>
                </a:solidFill>
                <a:latin typeface="Noto Sans KR" panose="020B0200000000000000" pitchFamily="50" charset="-127"/>
              </a:rPr>
              <a:t> 후 </a:t>
            </a:r>
            <a:r>
              <a:rPr sz="1400" b="1" err="1">
                <a:solidFill>
                  <a:srgbClr val="BC4334"/>
                </a:solidFill>
                <a:latin typeface="Noto Sans KR" panose="020B0200000000000000" pitchFamily="50" charset="-127"/>
              </a:rPr>
              <a:t>서버</a:t>
            </a:r>
            <a:r>
              <a:rPr sz="1400" b="1">
                <a:solidFill>
                  <a:srgbClr val="BC4334"/>
                </a:solidFill>
                <a:latin typeface="Noto Sans KR" panose="020B0200000000000000" pitchFamily="50" charset="-127"/>
              </a:rPr>
              <a:t> </a:t>
            </a:r>
            <a:r>
              <a:rPr sz="1400" b="1" err="1">
                <a:solidFill>
                  <a:srgbClr val="BC4334"/>
                </a:solidFill>
                <a:latin typeface="Noto Sans KR" panose="020B0200000000000000" pitchFamily="50" charset="-127"/>
              </a:rPr>
              <a:t>처리</a:t>
            </a:r>
            <a:r>
              <a:rPr sz="1400" b="1">
                <a:solidFill>
                  <a:srgbClr val="BC4334"/>
                </a:solidFill>
                <a:latin typeface="Noto Sans KR" panose="020B0200000000000000" pitchFamily="50" charset="-127"/>
              </a:rPr>
              <a:t> </a:t>
            </a:r>
            <a:r>
              <a:rPr sz="1400" b="1" err="1">
                <a:solidFill>
                  <a:srgbClr val="BC4334"/>
                </a:solidFill>
                <a:latin typeface="Noto Sans KR" panose="020B0200000000000000" pitchFamily="50" charset="-127"/>
              </a:rPr>
              <a:t>실패</a:t>
            </a:r>
            <a:endParaRPr sz="1400" b="1">
              <a:solidFill>
                <a:srgbClr val="BC4334"/>
              </a:solidFill>
              <a:latin typeface="Noto Sans KR" panose="020B0200000000000000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xmlns="" id="{6AA7EA91-4ACF-4469-B00A-5DF72577A235}"/>
              </a:ext>
            </a:extLst>
          </p:cNvPr>
          <p:cNvSpPr txBox="1"/>
          <p:nvPr/>
        </p:nvSpPr>
        <p:spPr>
          <a:xfrm>
            <a:off x="6720840" y="4714152"/>
            <a:ext cx="2516073" cy="221599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l" latinLnBrk="0"/>
            <a:r>
              <a:rPr sz="1200" b="0">
                <a:solidFill>
                  <a:srgbClr val="323741"/>
                </a:solidFill>
                <a:latin typeface="Noto Sans KR" panose="020B0200000000000000" pitchFamily="50" charset="-127"/>
              </a:rPr>
              <a:t>Toss </a:t>
            </a:r>
            <a:r>
              <a:rPr sz="1200" b="0" err="1">
                <a:solidFill>
                  <a:srgbClr val="323741"/>
                </a:solidFill>
                <a:latin typeface="Noto Sans KR" panose="020B0200000000000000" pitchFamily="50" charset="-127"/>
              </a:rPr>
              <a:t>자동</a:t>
            </a:r>
            <a:r>
              <a:rPr sz="1200" b="0">
                <a:solidFill>
                  <a:srgbClr val="323741"/>
                </a:solidFill>
                <a:latin typeface="Noto Sans KR" panose="020B0200000000000000" pitchFamily="50" charset="-127"/>
              </a:rPr>
              <a:t> </a:t>
            </a:r>
            <a:r>
              <a:rPr sz="1200" b="0" err="1">
                <a:solidFill>
                  <a:srgbClr val="323741"/>
                </a:solidFill>
                <a:latin typeface="Noto Sans KR" panose="020B0200000000000000" pitchFamily="50" charset="-127"/>
              </a:rPr>
              <a:t>취소</a:t>
            </a:r>
            <a:r>
              <a:rPr sz="1200" b="0">
                <a:solidFill>
                  <a:srgbClr val="323741"/>
                </a:solidFill>
                <a:latin typeface="Noto Sans KR" panose="020B0200000000000000" pitchFamily="50" charset="-127"/>
              </a:rPr>
              <a:t> </a:t>
            </a:r>
            <a:r>
              <a:rPr sz="1200" b="0" err="1">
                <a:solidFill>
                  <a:srgbClr val="323741"/>
                </a:solidFill>
                <a:latin typeface="Noto Sans KR" panose="020B0200000000000000" pitchFamily="50" charset="-127"/>
              </a:rPr>
              <a:t>호출</a:t>
            </a:r>
            <a:r>
              <a:rPr sz="1200" b="0">
                <a:solidFill>
                  <a:srgbClr val="323741"/>
                </a:solidFill>
                <a:latin typeface="Noto Sans KR" panose="020B0200000000000000" pitchFamily="50" charset="-127"/>
              </a:rPr>
              <a:t> → </a:t>
            </a:r>
            <a:r>
              <a:rPr sz="1200" b="0" err="1">
                <a:solidFill>
                  <a:srgbClr val="323741"/>
                </a:solidFill>
                <a:latin typeface="Noto Sans KR" panose="020B0200000000000000" pitchFamily="50" charset="-127"/>
              </a:rPr>
              <a:t>결제</a:t>
            </a:r>
            <a:r>
              <a:rPr sz="1200" b="0">
                <a:solidFill>
                  <a:srgbClr val="323741"/>
                </a:solidFill>
                <a:latin typeface="Noto Sans KR" panose="020B0200000000000000" pitchFamily="50" charset="-127"/>
              </a:rPr>
              <a:t> </a:t>
            </a:r>
            <a:r>
              <a:rPr sz="1200" b="0" err="1">
                <a:solidFill>
                  <a:srgbClr val="323741"/>
                </a:solidFill>
                <a:latin typeface="Noto Sans KR" panose="020B0200000000000000" pitchFamily="50" charset="-127"/>
              </a:rPr>
              <a:t>금액</a:t>
            </a:r>
            <a:r>
              <a:rPr sz="1200" b="0">
                <a:solidFill>
                  <a:srgbClr val="323741"/>
                </a:solidFill>
                <a:latin typeface="Noto Sans KR" panose="020B0200000000000000" pitchFamily="50" charset="-127"/>
              </a:rPr>
              <a:t> </a:t>
            </a:r>
            <a:r>
              <a:rPr lang="ko-KR" altLang="en-US" sz="1200">
                <a:solidFill>
                  <a:srgbClr val="32374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환불</a:t>
            </a:r>
            <a:endParaRPr sz="1200" b="0">
              <a:solidFill>
                <a:srgbClr val="323741"/>
              </a:solidFill>
              <a:latin typeface="Noto Sans KR" panose="020B0200000000000000" pitchFamily="50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xmlns="" id="{2A30DA67-9F28-4A9C-AD99-EA7AB6A41CB5}"/>
              </a:ext>
            </a:extLst>
          </p:cNvPr>
          <p:cNvSpPr txBox="1"/>
          <p:nvPr/>
        </p:nvSpPr>
        <p:spPr>
          <a:xfrm>
            <a:off x="674122" y="1334655"/>
            <a:ext cx="10149840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latinLnBrk="0"/>
            <a:r>
              <a:rPr lang="ko-KR" altLang="en-US" sz="2100" b="1">
                <a:solidFill>
                  <a:srgbClr val="23303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결제 처리 흐름</a:t>
            </a:r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xmlns="" id="{CB1A3208-AADB-40DC-88AA-F2768F76945F}"/>
              </a:ext>
            </a:extLst>
          </p:cNvPr>
          <p:cNvSpPr/>
          <p:nvPr/>
        </p:nvSpPr>
        <p:spPr>
          <a:xfrm>
            <a:off x="484677" y="2116731"/>
            <a:ext cx="831202" cy="885964"/>
          </a:xfrm>
          <a:prstGeom prst="ellipse">
            <a:avLst/>
          </a:prstGeom>
          <a:solidFill>
            <a:srgbClr val="337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24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xmlns="" id="{3193C901-AECD-428E-88D9-2BD2A4F16CF2}"/>
              </a:ext>
            </a:extLst>
          </p:cNvPr>
          <p:cNvSpPr/>
          <p:nvPr/>
        </p:nvSpPr>
        <p:spPr>
          <a:xfrm>
            <a:off x="2633138" y="2119159"/>
            <a:ext cx="831202" cy="885964"/>
          </a:xfrm>
          <a:prstGeom prst="ellipse">
            <a:avLst/>
          </a:prstGeom>
          <a:solidFill>
            <a:srgbClr val="337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sz="24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xmlns="" id="{B1565F68-2482-49AD-BC15-0A457248F198}"/>
              </a:ext>
            </a:extLst>
          </p:cNvPr>
          <p:cNvSpPr/>
          <p:nvPr/>
        </p:nvSpPr>
        <p:spPr>
          <a:xfrm>
            <a:off x="4774586" y="2120374"/>
            <a:ext cx="831202" cy="885964"/>
          </a:xfrm>
          <a:prstGeom prst="ellipse">
            <a:avLst/>
          </a:prstGeom>
          <a:solidFill>
            <a:srgbClr val="337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ko-KR" altLang="en-US" sz="24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xmlns="" id="{54E4463F-879E-4B35-8DD3-077463034227}"/>
              </a:ext>
            </a:extLst>
          </p:cNvPr>
          <p:cNvSpPr/>
          <p:nvPr/>
        </p:nvSpPr>
        <p:spPr>
          <a:xfrm>
            <a:off x="6919495" y="2133925"/>
            <a:ext cx="831202" cy="885964"/>
          </a:xfrm>
          <a:prstGeom prst="ellipse">
            <a:avLst/>
          </a:prstGeom>
          <a:solidFill>
            <a:srgbClr val="337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endParaRPr lang="ko-KR" altLang="en-US" sz="24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5" name="타원 64">
            <a:extLst>
              <a:ext uri="{FF2B5EF4-FFF2-40B4-BE49-F238E27FC236}">
                <a16:creationId xmlns:a16="http://schemas.microsoft.com/office/drawing/2014/main" xmlns="" id="{7E9F95BA-C723-4B7F-9023-52529BC560BB}"/>
              </a:ext>
            </a:extLst>
          </p:cNvPr>
          <p:cNvSpPr/>
          <p:nvPr/>
        </p:nvSpPr>
        <p:spPr>
          <a:xfrm>
            <a:off x="8911500" y="2133928"/>
            <a:ext cx="831202" cy="885964"/>
          </a:xfrm>
          <a:prstGeom prst="ellipse">
            <a:avLst/>
          </a:prstGeom>
          <a:solidFill>
            <a:srgbClr val="337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>
                <a:latin typeface="Noto Sans KR" panose="020B0200000000000000" pitchFamily="50" charset="-127"/>
                <a:ea typeface="Noto Sans KR" panose="020B0200000000000000" pitchFamily="50" charset="-127"/>
              </a:rPr>
              <a:t>5</a:t>
            </a:r>
            <a:endParaRPr lang="ko-KR" altLang="en-US" sz="24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xmlns="" id="{BCB5A655-728C-4FD3-87D4-960C1A04073B}"/>
              </a:ext>
            </a:extLst>
          </p:cNvPr>
          <p:cNvSpPr txBox="1"/>
          <p:nvPr/>
        </p:nvSpPr>
        <p:spPr>
          <a:xfrm>
            <a:off x="-96688" y="3002695"/>
            <a:ext cx="1993932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>
              <a:lnSpc>
                <a:spcPct val="150000"/>
              </a:lnSpc>
            </a:pPr>
            <a:r>
              <a:rPr lang="ko-KR" altLang="en-US" b="1">
                <a:solidFill>
                  <a:srgbClr val="3378C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요청 수신</a:t>
            </a:r>
          </a:p>
          <a:p>
            <a:pPr algn="ctr" latinLnBrk="0"/>
            <a:r>
              <a:rPr lang="en-US" altLang="ko-KR" sz="12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POST /</a:t>
            </a:r>
            <a:r>
              <a:rPr lang="en-US" altLang="ko-KR" sz="1200" b="1" err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api</a:t>
            </a:r>
            <a:r>
              <a:rPr lang="en-US" altLang="ko-KR" sz="12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/payments</a:t>
            </a:r>
          </a:p>
          <a:p>
            <a:pPr algn="ctr" latinLnBrk="0"/>
            <a:r>
              <a:rPr lang="ko-KR" altLang="en-US" sz="12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로그인 사용자 확인</a:t>
            </a:r>
          </a:p>
          <a:p>
            <a:pPr algn="ctr" latinLnBrk="0"/>
            <a:r>
              <a:rPr lang="ko-KR" altLang="en-US" sz="12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주문</a:t>
            </a:r>
            <a:r>
              <a:rPr lang="en-US" altLang="ko-KR" sz="12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sz="12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예매 번호 형식 검증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xmlns="" id="{32E7E10F-6343-4488-820F-0F09EA15442B}"/>
              </a:ext>
            </a:extLst>
          </p:cNvPr>
          <p:cNvSpPr txBox="1"/>
          <p:nvPr/>
        </p:nvSpPr>
        <p:spPr>
          <a:xfrm>
            <a:off x="2051773" y="3005123"/>
            <a:ext cx="1993932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>
              <a:lnSpc>
                <a:spcPct val="150000"/>
              </a:lnSpc>
            </a:pPr>
            <a:r>
              <a:rPr lang="ko-KR" altLang="en-US" b="1">
                <a:solidFill>
                  <a:srgbClr val="3378C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사전 검증</a:t>
            </a:r>
          </a:p>
          <a:p>
            <a:pPr algn="ctr" latinLnBrk="0"/>
            <a:r>
              <a:rPr lang="ko-KR" altLang="en-US" sz="12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로그인 사용자 확인</a:t>
            </a:r>
          </a:p>
          <a:p>
            <a:pPr algn="ctr" latinLnBrk="0"/>
            <a:r>
              <a:rPr lang="ko-KR" altLang="en-US" sz="12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주문</a:t>
            </a:r>
            <a:r>
              <a:rPr lang="en-US" altLang="ko-KR" sz="12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sz="12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예매 번호 형식 검증</a:t>
            </a:r>
          </a:p>
          <a:p>
            <a:pPr algn="ctr" latinLnBrk="0"/>
            <a:r>
              <a:rPr lang="ko-KR" altLang="en-US" sz="12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서버 금액과 요청 금액 일치 확인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xmlns="" id="{4E1BA5E6-5E91-4209-AB66-7D9A90493A0B}"/>
              </a:ext>
            </a:extLst>
          </p:cNvPr>
          <p:cNvSpPr txBox="1"/>
          <p:nvPr/>
        </p:nvSpPr>
        <p:spPr>
          <a:xfrm>
            <a:off x="4193221" y="3006337"/>
            <a:ext cx="1993932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>
              <a:lnSpc>
                <a:spcPct val="150000"/>
              </a:lnSpc>
            </a:pPr>
            <a:r>
              <a:rPr lang="ko-KR" altLang="en-US" b="1">
                <a:solidFill>
                  <a:srgbClr val="3378C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중복 방어</a:t>
            </a:r>
          </a:p>
          <a:p>
            <a:pPr algn="ctr" latinLnBrk="0"/>
            <a:r>
              <a:rPr lang="ko-KR" altLang="en-US" sz="12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동일 </a:t>
            </a:r>
            <a:r>
              <a:rPr lang="en-US" altLang="ko-KR" sz="1200" b="1" err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paymentKey</a:t>
            </a:r>
            <a:r>
              <a:rPr lang="en-US" altLang="ko-KR" sz="12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2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처리 여부 확인</a:t>
            </a:r>
          </a:p>
          <a:p>
            <a:pPr algn="ctr" latinLnBrk="0"/>
            <a:r>
              <a:rPr lang="ko-KR" altLang="en-US" sz="12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동일 주문</a:t>
            </a:r>
            <a:r>
              <a:rPr lang="en-US" altLang="ko-KR" sz="12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sz="12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예매의 </a:t>
            </a:r>
            <a:r>
              <a:rPr lang="en-US" altLang="ko-KR" sz="12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DONE </a:t>
            </a:r>
            <a:r>
              <a:rPr lang="ko-KR" altLang="en-US" sz="12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결제 존재 여부 확인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xmlns="" id="{B32F951D-C8C6-4ECD-B6D5-4D0575A1953A}"/>
              </a:ext>
            </a:extLst>
          </p:cNvPr>
          <p:cNvSpPr txBox="1"/>
          <p:nvPr/>
        </p:nvSpPr>
        <p:spPr>
          <a:xfrm>
            <a:off x="6327451" y="3019887"/>
            <a:ext cx="1993932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>
              <a:lnSpc>
                <a:spcPct val="150000"/>
              </a:lnSpc>
            </a:pPr>
            <a:r>
              <a:rPr lang="en-US" altLang="ko-KR" b="1">
                <a:solidFill>
                  <a:srgbClr val="3378C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Toss </a:t>
            </a:r>
            <a:r>
              <a:rPr lang="ko-KR" altLang="en-US" b="1">
                <a:solidFill>
                  <a:srgbClr val="3378C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승인</a:t>
            </a:r>
          </a:p>
          <a:p>
            <a:pPr algn="ctr" latinLnBrk="0"/>
            <a:r>
              <a:rPr lang="en-US" altLang="ko-KR" sz="12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Idempotency-Key </a:t>
            </a:r>
            <a:r>
              <a:rPr lang="ko-KR" altLang="en-US" sz="12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생성</a:t>
            </a:r>
          </a:p>
          <a:p>
            <a:pPr algn="ctr" latinLnBrk="0"/>
            <a:r>
              <a:rPr lang="en-US" altLang="ko-KR" sz="12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Toss confirm API </a:t>
            </a:r>
            <a:r>
              <a:rPr lang="ko-KR" altLang="en-US" sz="12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호출</a:t>
            </a:r>
          </a:p>
          <a:p>
            <a:pPr algn="ctr" latinLnBrk="0"/>
            <a:r>
              <a:rPr lang="ko-KR" altLang="en-US" sz="12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네트워크 재시도 시 중복 승인 방지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xmlns="" id="{1FAE9937-49A8-4774-87F6-A20E62BB046D}"/>
              </a:ext>
            </a:extLst>
          </p:cNvPr>
          <p:cNvSpPr txBox="1"/>
          <p:nvPr/>
        </p:nvSpPr>
        <p:spPr>
          <a:xfrm>
            <a:off x="8330135" y="3019889"/>
            <a:ext cx="1993932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>
              <a:lnSpc>
                <a:spcPct val="150000"/>
              </a:lnSpc>
            </a:pPr>
            <a:r>
              <a:rPr lang="ko-KR" altLang="en-US" b="1">
                <a:solidFill>
                  <a:srgbClr val="3378C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승인 </a:t>
            </a:r>
            <a:r>
              <a:rPr lang="ko-KR" altLang="en-US" b="1" err="1">
                <a:solidFill>
                  <a:srgbClr val="3378C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재검증</a:t>
            </a:r>
            <a:endParaRPr lang="ko-KR" altLang="en-US" b="1">
              <a:solidFill>
                <a:srgbClr val="3378C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 latinLnBrk="0"/>
            <a:r>
              <a:rPr lang="en-US" altLang="ko-KR" sz="1200" b="1" err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orderId</a:t>
            </a:r>
            <a:r>
              <a:rPr lang="en-US" altLang="ko-KR" sz="12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amount, payment Key</a:t>
            </a:r>
            <a:r>
              <a:rPr lang="ko-KR" altLang="en-US" sz="12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와 </a:t>
            </a:r>
            <a:r>
              <a:rPr lang="en-US" altLang="ko-KR" sz="12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Toss </a:t>
            </a:r>
            <a:r>
              <a:rPr lang="ko-KR" altLang="en-US" sz="12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응답과 서버 데이터 </a:t>
            </a:r>
            <a:r>
              <a:rPr lang="ko-KR" altLang="en-US" sz="1200" b="1" err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재비교</a:t>
            </a:r>
            <a:endParaRPr lang="ko-KR" altLang="en-US" sz="1200" b="1">
              <a:solidFill>
                <a:schemeClr val="bg1">
                  <a:lumMod val="6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xmlns="" id="{2477AF75-D6E4-40E2-BB8D-F1B4C9F56695}"/>
              </a:ext>
            </a:extLst>
          </p:cNvPr>
          <p:cNvCxnSpPr>
            <a:cxnSpLocks/>
            <a:stCxn id="61" idx="6"/>
            <a:endCxn id="62" idx="2"/>
          </p:cNvCxnSpPr>
          <p:nvPr/>
        </p:nvCxnSpPr>
        <p:spPr>
          <a:xfrm>
            <a:off x="1315879" y="2559713"/>
            <a:ext cx="1317259" cy="24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xmlns="" id="{0FFC88BB-4EDE-4CFB-A64C-825225F1A46A}"/>
              </a:ext>
            </a:extLst>
          </p:cNvPr>
          <p:cNvCxnSpPr/>
          <p:nvPr/>
        </p:nvCxnSpPr>
        <p:spPr>
          <a:xfrm>
            <a:off x="3529335" y="2562141"/>
            <a:ext cx="1317259" cy="24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xmlns="" id="{412F8A33-CDC0-4C73-907D-54A20BC8B396}"/>
              </a:ext>
            </a:extLst>
          </p:cNvPr>
          <p:cNvCxnSpPr/>
          <p:nvPr/>
        </p:nvCxnSpPr>
        <p:spPr>
          <a:xfrm>
            <a:off x="5678672" y="2583258"/>
            <a:ext cx="1317259" cy="24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xmlns="" id="{BA062796-19C9-4B16-9D7E-2EB71F147697}"/>
              </a:ext>
            </a:extLst>
          </p:cNvPr>
          <p:cNvCxnSpPr/>
          <p:nvPr/>
        </p:nvCxnSpPr>
        <p:spPr>
          <a:xfrm>
            <a:off x="7594241" y="2583258"/>
            <a:ext cx="1317259" cy="24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타원 76">
            <a:extLst>
              <a:ext uri="{FF2B5EF4-FFF2-40B4-BE49-F238E27FC236}">
                <a16:creationId xmlns:a16="http://schemas.microsoft.com/office/drawing/2014/main" xmlns="" id="{18988AD5-1718-468F-B77C-0CDC8E75145F}"/>
              </a:ext>
            </a:extLst>
          </p:cNvPr>
          <p:cNvSpPr/>
          <p:nvPr/>
        </p:nvSpPr>
        <p:spPr>
          <a:xfrm>
            <a:off x="10895062" y="2116731"/>
            <a:ext cx="831202" cy="885964"/>
          </a:xfrm>
          <a:prstGeom prst="ellipse">
            <a:avLst/>
          </a:prstGeom>
          <a:solidFill>
            <a:srgbClr val="337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>
                <a:latin typeface="Noto Sans KR" panose="020B0200000000000000" pitchFamily="50" charset="-127"/>
                <a:ea typeface="Noto Sans KR" panose="020B0200000000000000" pitchFamily="50" charset="-127"/>
              </a:rPr>
              <a:t>6</a:t>
            </a:r>
            <a:endParaRPr lang="ko-KR" altLang="en-US" sz="24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xmlns="" id="{9971DE3D-C841-4BAC-B1B5-62DF28AE7FBC}"/>
              </a:ext>
            </a:extLst>
          </p:cNvPr>
          <p:cNvSpPr txBox="1"/>
          <p:nvPr/>
        </p:nvSpPr>
        <p:spPr>
          <a:xfrm>
            <a:off x="10313697" y="3002692"/>
            <a:ext cx="1993932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>
              <a:lnSpc>
                <a:spcPct val="150000"/>
              </a:lnSpc>
            </a:pPr>
            <a:r>
              <a:rPr lang="ko-KR" altLang="en-US" b="1">
                <a:solidFill>
                  <a:srgbClr val="3378C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저장 확정</a:t>
            </a:r>
          </a:p>
          <a:p>
            <a:pPr algn="ctr" latinLnBrk="0"/>
            <a:r>
              <a:rPr lang="en-US" altLang="ko-KR" sz="12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Payment </a:t>
            </a:r>
            <a:r>
              <a:rPr lang="ko-KR" altLang="en-US" sz="12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저장</a:t>
            </a:r>
          </a:p>
          <a:p>
            <a:pPr algn="ctr" latinLnBrk="0"/>
            <a:r>
              <a:rPr lang="ko-KR" altLang="en-US" sz="12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도서 주문 완료 </a:t>
            </a:r>
            <a:r>
              <a:rPr lang="en-US" altLang="ko-KR" sz="12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 </a:t>
            </a:r>
            <a:r>
              <a:rPr lang="ko-KR" altLang="en-US" sz="1200" b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공연 예매 확정</a:t>
            </a:r>
          </a:p>
        </p:txBody>
      </p: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xmlns="" id="{DC5A1738-2893-4FE6-9722-A963BB6D295F}"/>
              </a:ext>
            </a:extLst>
          </p:cNvPr>
          <p:cNvCxnSpPr>
            <a:cxnSpLocks/>
          </p:cNvCxnSpPr>
          <p:nvPr/>
        </p:nvCxnSpPr>
        <p:spPr>
          <a:xfrm>
            <a:off x="9577803" y="2566061"/>
            <a:ext cx="1317259" cy="24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4822249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그래픽 190">
            <a:extLst>
              <a:ext uri="{FF2B5EF4-FFF2-40B4-BE49-F238E27FC236}">
                <a16:creationId xmlns:a16="http://schemas.microsoft.com/office/drawing/2014/main" xmlns="" id="{B5967736-A99C-BBBF-FEBF-FDFE9F35EF9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5055" y="168549"/>
            <a:ext cx="12192000" cy="6858000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xmlns="" id="{B671D4D4-5D7A-4315-8F08-293925B8B1BA}"/>
              </a:ext>
            </a:extLst>
          </p:cNvPr>
          <p:cNvSpPr txBox="1"/>
          <p:nvPr/>
        </p:nvSpPr>
        <p:spPr>
          <a:xfrm>
            <a:off x="1076694" y="332656"/>
            <a:ext cx="690102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defRPr/>
            </a:pPr>
            <a:r>
              <a:rPr lang="ko-KR" altLang="en-US" sz="2800" b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개발 내용</a:t>
            </a:r>
            <a:endParaRPr lang="en-US" altLang="ko-KR" sz="2800" b="1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atinLnBrk="0">
              <a:defRPr/>
            </a:pPr>
            <a:r>
              <a:rPr lang="ko-KR" altLang="en-US" sz="1600" b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주요 구현 기능 ⑤ 결제 안정성 및 상태 관리</a:t>
            </a:r>
          </a:p>
        </p:txBody>
      </p:sp>
      <p:sp>
        <p:nvSpPr>
          <p:cNvPr id="69" name="타원 68">
            <a:extLst>
              <a:ext uri="{FF2B5EF4-FFF2-40B4-BE49-F238E27FC236}">
                <a16:creationId xmlns:a16="http://schemas.microsoft.com/office/drawing/2014/main" xmlns="" id="{9335FBE7-7948-49CB-A400-4210EF31A78D}"/>
              </a:ext>
            </a:extLst>
          </p:cNvPr>
          <p:cNvSpPr/>
          <p:nvPr/>
        </p:nvSpPr>
        <p:spPr>
          <a:xfrm>
            <a:off x="293510" y="216809"/>
            <a:ext cx="831202" cy="885964"/>
          </a:xfrm>
          <a:prstGeom prst="ellipse">
            <a:avLst/>
          </a:prstGeom>
          <a:solidFill>
            <a:srgbClr val="337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>
                <a:latin typeface="Noto Sans KR" panose="020B0200000000000000" pitchFamily="50" charset="-127"/>
                <a:ea typeface="Noto Sans KR" panose="020B0200000000000000" pitchFamily="50" charset="-127"/>
              </a:rPr>
              <a:t>03</a:t>
            </a:r>
            <a:endParaRPr lang="ko-KR" altLang="en-US" sz="24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xmlns="" id="{052676E7-F373-41A1-9BB7-AAA8B526CFCF}"/>
              </a:ext>
            </a:extLst>
          </p:cNvPr>
          <p:cNvSpPr txBox="1"/>
          <p:nvPr/>
        </p:nvSpPr>
        <p:spPr>
          <a:xfrm>
            <a:off x="743615" y="1360103"/>
            <a:ext cx="1078898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ko-KR" altLang="en-US" sz="15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중복 결제 방어</a:t>
            </a:r>
          </a:p>
        </p:txBody>
      </p:sp>
      <p:sp>
        <p:nvSpPr>
          <p:cNvPr id="63" name="Rounded Rectangle 12">
            <a:extLst>
              <a:ext uri="{FF2B5EF4-FFF2-40B4-BE49-F238E27FC236}">
                <a16:creationId xmlns:a16="http://schemas.microsoft.com/office/drawing/2014/main" xmlns="" id="{5EA624D1-0272-4255-AF67-E15D30C90FE3}"/>
              </a:ext>
            </a:extLst>
          </p:cNvPr>
          <p:cNvSpPr/>
          <p:nvPr/>
        </p:nvSpPr>
        <p:spPr>
          <a:xfrm>
            <a:off x="521689" y="1993461"/>
            <a:ext cx="2712426" cy="977856"/>
          </a:xfrm>
          <a:prstGeom prst="roundRect">
            <a:avLst/>
          </a:prstGeom>
          <a:solidFill>
            <a:srgbClr val="EBF2FA"/>
          </a:solidFill>
          <a:ln w="12700">
            <a:solidFill>
              <a:srgbClr val="C8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>
              <a:latin typeface="Noto Sans KR" panose="020B0200000000000000" pitchFamily="50" charset="-12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xmlns="" id="{B9230389-519D-49AD-A1C5-C745B9ADA72A}"/>
              </a:ext>
            </a:extLst>
          </p:cNvPr>
          <p:cNvSpPr txBox="1"/>
          <p:nvPr/>
        </p:nvSpPr>
        <p:spPr>
          <a:xfrm>
            <a:off x="988177" y="2242849"/>
            <a:ext cx="1779450" cy="21390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latinLnBrk="0"/>
            <a:r>
              <a:rPr sz="1150" b="1" err="1">
                <a:solidFill>
                  <a:srgbClr val="1A3A70"/>
                </a:solidFill>
                <a:latin typeface="Noto Sans KR" panose="020B0200000000000000" pitchFamily="50" charset="-127"/>
              </a:rPr>
              <a:t>네트워크</a:t>
            </a:r>
            <a:r>
              <a:rPr sz="1150" b="1">
                <a:solidFill>
                  <a:srgbClr val="1A3A70"/>
                </a:solidFill>
                <a:latin typeface="Noto Sans KR" panose="020B0200000000000000" pitchFamily="50" charset="-127"/>
              </a:rPr>
              <a:t> </a:t>
            </a:r>
            <a:r>
              <a:rPr sz="1150" b="1" err="1">
                <a:solidFill>
                  <a:srgbClr val="1A3A70"/>
                </a:solidFill>
                <a:latin typeface="Noto Sans KR" panose="020B0200000000000000" pitchFamily="50" charset="-127"/>
              </a:rPr>
              <a:t>재시도</a:t>
            </a:r>
            <a:endParaRPr sz="1150" b="1">
              <a:solidFill>
                <a:srgbClr val="1A3A70"/>
              </a:solidFill>
              <a:latin typeface="Noto Sans KR" panose="020B0200000000000000" pitchFamily="50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xmlns="" id="{51FFCE8B-FE53-47AC-B478-0E876EBED2AF}"/>
              </a:ext>
            </a:extLst>
          </p:cNvPr>
          <p:cNvSpPr txBox="1"/>
          <p:nvPr/>
        </p:nvSpPr>
        <p:spPr>
          <a:xfrm>
            <a:off x="993460" y="2521964"/>
            <a:ext cx="1768884" cy="16773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latinLnBrk="0"/>
            <a:r>
              <a:rPr sz="850" b="0" err="1">
                <a:solidFill>
                  <a:srgbClr val="323741"/>
                </a:solidFill>
                <a:latin typeface="Noto Sans KR" panose="020B0200000000000000" pitchFamily="50" charset="-127"/>
              </a:rPr>
              <a:t>응답</a:t>
            </a:r>
            <a:r>
              <a:rPr sz="850" b="0">
                <a:solidFill>
                  <a:srgbClr val="323741"/>
                </a:solidFill>
                <a:latin typeface="Noto Sans KR" panose="020B0200000000000000" pitchFamily="50" charset="-127"/>
              </a:rPr>
              <a:t> </a:t>
            </a:r>
            <a:r>
              <a:rPr sz="850" b="0" err="1">
                <a:solidFill>
                  <a:srgbClr val="323741"/>
                </a:solidFill>
                <a:latin typeface="Noto Sans KR" panose="020B0200000000000000" pitchFamily="50" charset="-127"/>
              </a:rPr>
              <a:t>수신</a:t>
            </a:r>
            <a:r>
              <a:rPr sz="850" b="0">
                <a:solidFill>
                  <a:srgbClr val="323741"/>
                </a:solidFill>
                <a:latin typeface="Noto Sans KR" panose="020B0200000000000000" pitchFamily="50" charset="-127"/>
              </a:rPr>
              <a:t> 전 </a:t>
            </a:r>
            <a:r>
              <a:rPr sz="850" b="0" err="1">
                <a:solidFill>
                  <a:srgbClr val="323741"/>
                </a:solidFill>
                <a:latin typeface="Noto Sans KR" panose="020B0200000000000000" pitchFamily="50" charset="-127"/>
              </a:rPr>
              <a:t>새로고침</a:t>
            </a:r>
            <a:endParaRPr sz="850" b="0">
              <a:solidFill>
                <a:srgbClr val="323741"/>
              </a:solidFill>
              <a:latin typeface="Noto Sans KR" panose="020B0200000000000000" pitchFamily="50" charset="-127"/>
            </a:endParaRPr>
          </a:p>
        </p:txBody>
      </p:sp>
      <p:sp>
        <p:nvSpPr>
          <p:cNvPr id="66" name="Rounded Rectangle 15">
            <a:extLst>
              <a:ext uri="{FF2B5EF4-FFF2-40B4-BE49-F238E27FC236}">
                <a16:creationId xmlns:a16="http://schemas.microsoft.com/office/drawing/2014/main" xmlns="" id="{760CC960-77D8-4997-A719-3AE66A881DD0}"/>
              </a:ext>
            </a:extLst>
          </p:cNvPr>
          <p:cNvSpPr/>
          <p:nvPr/>
        </p:nvSpPr>
        <p:spPr>
          <a:xfrm>
            <a:off x="4560072" y="2025372"/>
            <a:ext cx="2712426" cy="977856"/>
          </a:xfrm>
          <a:prstGeom prst="roundRect">
            <a:avLst/>
          </a:prstGeom>
          <a:solidFill>
            <a:srgbClr val="EBF2FA"/>
          </a:solidFill>
          <a:ln w="12700">
            <a:solidFill>
              <a:srgbClr val="C8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>
              <a:latin typeface="Noto Sans KR" panose="020B0200000000000000" pitchFamily="50" charset="-127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xmlns="" id="{7BF1510A-1017-4A93-9071-FF0F463013F8}"/>
              </a:ext>
            </a:extLst>
          </p:cNvPr>
          <p:cNvSpPr txBox="1"/>
          <p:nvPr/>
        </p:nvSpPr>
        <p:spPr>
          <a:xfrm>
            <a:off x="5391115" y="2274760"/>
            <a:ext cx="1050340" cy="21390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latinLnBrk="0"/>
            <a:r>
              <a:rPr sz="1150" b="1" err="1">
                <a:solidFill>
                  <a:srgbClr val="1A3A70"/>
                </a:solidFill>
                <a:latin typeface="Noto Sans KR" panose="020B0200000000000000" pitchFamily="50" charset="-127"/>
              </a:rPr>
              <a:t>더블클릭</a:t>
            </a:r>
            <a:endParaRPr sz="1150" b="1">
              <a:solidFill>
                <a:srgbClr val="1A3A70"/>
              </a:solidFill>
              <a:latin typeface="Noto Sans KR" panose="020B0200000000000000" pitchFamily="50" charset="-12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xmlns="" id="{632F7FB2-0C5B-4B64-B674-D0F6941653C0}"/>
              </a:ext>
            </a:extLst>
          </p:cNvPr>
          <p:cNvSpPr txBox="1"/>
          <p:nvPr/>
        </p:nvSpPr>
        <p:spPr>
          <a:xfrm>
            <a:off x="4948631" y="2553875"/>
            <a:ext cx="1935308" cy="16773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latinLnBrk="0"/>
            <a:r>
              <a:rPr sz="850" b="0" err="1">
                <a:solidFill>
                  <a:srgbClr val="323741"/>
                </a:solidFill>
                <a:latin typeface="Noto Sans KR" panose="020B0200000000000000" pitchFamily="50" charset="-127"/>
              </a:rPr>
              <a:t>결제하기</a:t>
            </a:r>
            <a:r>
              <a:rPr sz="850" b="0">
                <a:solidFill>
                  <a:srgbClr val="323741"/>
                </a:solidFill>
                <a:latin typeface="Noto Sans KR" panose="020B0200000000000000" pitchFamily="50" charset="-127"/>
              </a:rPr>
              <a:t> </a:t>
            </a:r>
            <a:r>
              <a:rPr sz="850" b="0" err="1">
                <a:solidFill>
                  <a:srgbClr val="323741"/>
                </a:solidFill>
                <a:latin typeface="Noto Sans KR" panose="020B0200000000000000" pitchFamily="50" charset="-127"/>
              </a:rPr>
              <a:t>버튼</a:t>
            </a:r>
            <a:r>
              <a:rPr sz="850" b="0">
                <a:solidFill>
                  <a:srgbClr val="323741"/>
                </a:solidFill>
                <a:latin typeface="Noto Sans KR" panose="020B0200000000000000" pitchFamily="50" charset="-127"/>
              </a:rPr>
              <a:t> </a:t>
            </a:r>
            <a:r>
              <a:rPr sz="850" b="0" err="1">
                <a:solidFill>
                  <a:srgbClr val="323741"/>
                </a:solidFill>
                <a:latin typeface="Noto Sans KR" panose="020B0200000000000000" pitchFamily="50" charset="-127"/>
              </a:rPr>
              <a:t>연속</a:t>
            </a:r>
            <a:r>
              <a:rPr sz="850" b="0">
                <a:solidFill>
                  <a:srgbClr val="323741"/>
                </a:solidFill>
                <a:latin typeface="Noto Sans KR" panose="020B0200000000000000" pitchFamily="50" charset="-127"/>
              </a:rPr>
              <a:t> </a:t>
            </a:r>
            <a:r>
              <a:rPr sz="850" b="0" err="1">
                <a:solidFill>
                  <a:srgbClr val="323741"/>
                </a:solidFill>
                <a:latin typeface="Noto Sans KR" panose="020B0200000000000000" pitchFamily="50" charset="-127"/>
              </a:rPr>
              <a:t>클릭</a:t>
            </a:r>
            <a:endParaRPr sz="850" b="0">
              <a:solidFill>
                <a:srgbClr val="323741"/>
              </a:solidFill>
              <a:latin typeface="Noto Sans KR" panose="020B0200000000000000" pitchFamily="50" charset="-127"/>
            </a:endParaRPr>
          </a:p>
        </p:txBody>
      </p:sp>
      <p:sp>
        <p:nvSpPr>
          <p:cNvPr id="71" name="Rounded Rectangle 18">
            <a:extLst>
              <a:ext uri="{FF2B5EF4-FFF2-40B4-BE49-F238E27FC236}">
                <a16:creationId xmlns:a16="http://schemas.microsoft.com/office/drawing/2014/main" xmlns="" id="{B4C7D3C2-67C4-4EB5-B3ED-4FED0B60D3A0}"/>
              </a:ext>
            </a:extLst>
          </p:cNvPr>
          <p:cNvSpPr/>
          <p:nvPr/>
        </p:nvSpPr>
        <p:spPr>
          <a:xfrm>
            <a:off x="8919223" y="1993461"/>
            <a:ext cx="2712426" cy="977856"/>
          </a:xfrm>
          <a:prstGeom prst="roundRect">
            <a:avLst/>
          </a:prstGeom>
          <a:solidFill>
            <a:srgbClr val="EBF2FA"/>
          </a:solidFill>
          <a:ln w="12700">
            <a:solidFill>
              <a:srgbClr val="C8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>
              <a:latin typeface="Noto Sans KR" panose="020B0200000000000000" pitchFamily="50" charset="-127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xmlns="" id="{610863DF-E764-42AB-BEDF-3F3DBE435300}"/>
              </a:ext>
            </a:extLst>
          </p:cNvPr>
          <p:cNvSpPr txBox="1"/>
          <p:nvPr/>
        </p:nvSpPr>
        <p:spPr>
          <a:xfrm>
            <a:off x="9398919" y="2242849"/>
            <a:ext cx="1753034" cy="21390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latinLnBrk="0"/>
            <a:r>
              <a:rPr sz="1150" b="1" err="1">
                <a:solidFill>
                  <a:srgbClr val="1A3A70"/>
                </a:solidFill>
                <a:latin typeface="Noto Sans KR" panose="020B0200000000000000" pitchFamily="50" charset="-127"/>
              </a:rPr>
              <a:t>브라우저</a:t>
            </a:r>
            <a:r>
              <a:rPr sz="1150" b="1">
                <a:solidFill>
                  <a:srgbClr val="1A3A70"/>
                </a:solidFill>
                <a:latin typeface="Noto Sans KR" panose="020B0200000000000000" pitchFamily="50" charset="-127"/>
              </a:rPr>
              <a:t> 탭 2개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xmlns="" id="{4DB4884F-F675-4D13-A906-EB0D9E19B125}"/>
              </a:ext>
            </a:extLst>
          </p:cNvPr>
          <p:cNvSpPr txBox="1"/>
          <p:nvPr/>
        </p:nvSpPr>
        <p:spPr>
          <a:xfrm>
            <a:off x="9295893" y="2521964"/>
            <a:ext cx="1959086" cy="16773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latinLnBrk="0"/>
            <a:r>
              <a:rPr sz="850" b="0" err="1">
                <a:solidFill>
                  <a:srgbClr val="323741"/>
                </a:solidFill>
                <a:latin typeface="Noto Sans KR" panose="020B0200000000000000" pitchFamily="50" charset="-127"/>
              </a:rPr>
              <a:t>양쪽</a:t>
            </a:r>
            <a:r>
              <a:rPr sz="850" b="0">
                <a:solidFill>
                  <a:srgbClr val="323741"/>
                </a:solidFill>
                <a:latin typeface="Noto Sans KR" panose="020B0200000000000000" pitchFamily="50" charset="-127"/>
              </a:rPr>
              <a:t> </a:t>
            </a:r>
            <a:r>
              <a:rPr sz="850" b="0" err="1">
                <a:solidFill>
                  <a:srgbClr val="323741"/>
                </a:solidFill>
                <a:latin typeface="Noto Sans KR" panose="020B0200000000000000" pitchFamily="50" charset="-127"/>
              </a:rPr>
              <a:t>successUrl</a:t>
            </a:r>
            <a:r>
              <a:rPr sz="850" b="0">
                <a:solidFill>
                  <a:srgbClr val="323741"/>
                </a:solidFill>
                <a:latin typeface="Noto Sans KR" panose="020B0200000000000000" pitchFamily="50" charset="-127"/>
              </a:rPr>
              <a:t> </a:t>
            </a:r>
            <a:r>
              <a:rPr sz="850" b="0" err="1">
                <a:solidFill>
                  <a:srgbClr val="323741"/>
                </a:solidFill>
                <a:latin typeface="Noto Sans KR" panose="020B0200000000000000" pitchFamily="50" charset="-127"/>
              </a:rPr>
              <a:t>트리거</a:t>
            </a:r>
            <a:endParaRPr sz="850" b="0">
              <a:solidFill>
                <a:srgbClr val="323741"/>
              </a:solidFill>
              <a:latin typeface="Noto Sans KR" panose="020B0200000000000000" pitchFamily="50" charset="-127"/>
            </a:endParaRPr>
          </a:p>
        </p:txBody>
      </p:sp>
      <p:sp>
        <p:nvSpPr>
          <p:cNvPr id="2" name="화살표: 아래쪽 1">
            <a:extLst>
              <a:ext uri="{FF2B5EF4-FFF2-40B4-BE49-F238E27FC236}">
                <a16:creationId xmlns:a16="http://schemas.microsoft.com/office/drawing/2014/main" xmlns="" id="{D8EC0440-9222-47FB-8472-23787450F73B}"/>
              </a:ext>
            </a:extLst>
          </p:cNvPr>
          <p:cNvSpPr/>
          <p:nvPr/>
        </p:nvSpPr>
        <p:spPr>
          <a:xfrm>
            <a:off x="5661212" y="3177910"/>
            <a:ext cx="549533" cy="903871"/>
          </a:xfrm>
          <a:prstGeom prst="downArrow">
            <a:avLst/>
          </a:prstGeom>
          <a:solidFill>
            <a:srgbClr val="337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Rounded Rectangle 12">
            <a:extLst>
              <a:ext uri="{FF2B5EF4-FFF2-40B4-BE49-F238E27FC236}">
                <a16:creationId xmlns:a16="http://schemas.microsoft.com/office/drawing/2014/main" xmlns="" id="{81D4E819-8EB4-4282-9693-AF6A78985677}"/>
              </a:ext>
            </a:extLst>
          </p:cNvPr>
          <p:cNvSpPr/>
          <p:nvPr/>
        </p:nvSpPr>
        <p:spPr>
          <a:xfrm>
            <a:off x="516736" y="4581129"/>
            <a:ext cx="11109959" cy="1656183"/>
          </a:xfrm>
          <a:prstGeom prst="roundRect">
            <a:avLst/>
          </a:prstGeom>
          <a:solidFill>
            <a:srgbClr val="EBF2FA"/>
          </a:solidFill>
          <a:ln w="12700">
            <a:solidFill>
              <a:srgbClr val="C8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>
              <a:latin typeface="Noto Sans KR" panose="020B0200000000000000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xmlns="" id="{ED552781-F60C-4640-8562-B7E6EA452F6B}"/>
              </a:ext>
            </a:extLst>
          </p:cNvPr>
          <p:cNvSpPr txBox="1"/>
          <p:nvPr/>
        </p:nvSpPr>
        <p:spPr>
          <a:xfrm>
            <a:off x="5384838" y="5054671"/>
            <a:ext cx="1050340" cy="21390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latinLnBrk="0"/>
            <a:r>
              <a:rPr lang="en-US" sz="1150" b="1">
                <a:solidFill>
                  <a:srgbClr val="1A3A70"/>
                </a:solidFill>
                <a:latin typeface="Noto Sans KR" panose="020B0200000000000000" pitchFamily="50" charset="-127"/>
              </a:rPr>
              <a:t>Toss</a:t>
            </a:r>
            <a:endParaRPr sz="1150" b="1">
              <a:solidFill>
                <a:srgbClr val="1A3A70"/>
              </a:solidFill>
              <a:latin typeface="Noto Sans KR" panose="020B0200000000000000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xmlns="" id="{30D11766-8FD5-4FBF-B896-85B596A723EF}"/>
              </a:ext>
            </a:extLst>
          </p:cNvPr>
          <p:cNvSpPr txBox="1"/>
          <p:nvPr/>
        </p:nvSpPr>
        <p:spPr>
          <a:xfrm>
            <a:off x="4692454" y="5428747"/>
            <a:ext cx="2447662" cy="3447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latinLnBrk="0"/>
            <a:r>
              <a:rPr lang="en-US" altLang="ko-KR" sz="1000" b="0">
                <a:solidFill>
                  <a:srgbClr val="32374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Idempotency-Key </a:t>
            </a:r>
            <a:r>
              <a:rPr lang="ko-KR" altLang="en-US" sz="1000" b="0">
                <a:solidFill>
                  <a:srgbClr val="32374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전달</a:t>
            </a:r>
          </a:p>
          <a:p>
            <a:pPr algn="ctr" latinLnBrk="0"/>
            <a:r>
              <a:rPr lang="ko-KR" altLang="en-US" sz="1000" b="0">
                <a:solidFill>
                  <a:srgbClr val="32374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동일 승인 요청 중복 방지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xmlns="" id="{EDC9F555-A7F5-4611-82FD-651E22625FAC}"/>
              </a:ext>
            </a:extLst>
          </p:cNvPr>
          <p:cNvSpPr txBox="1"/>
          <p:nvPr/>
        </p:nvSpPr>
        <p:spPr>
          <a:xfrm>
            <a:off x="9624392" y="5077650"/>
            <a:ext cx="1050340" cy="21390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latinLnBrk="0"/>
            <a:r>
              <a:rPr lang="en-US" sz="1150" b="1">
                <a:solidFill>
                  <a:srgbClr val="1A3A70"/>
                </a:solidFill>
                <a:latin typeface="Noto Sans KR" panose="020B0200000000000000" pitchFamily="50" charset="-127"/>
              </a:rPr>
              <a:t>Database</a:t>
            </a:r>
            <a:endParaRPr sz="1150" b="1">
              <a:solidFill>
                <a:srgbClr val="1A3A70"/>
              </a:solidFill>
              <a:latin typeface="Noto Sans KR" panose="020B0200000000000000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AD8C3593-EE54-405F-B98E-B0968ECBBF72}"/>
              </a:ext>
            </a:extLst>
          </p:cNvPr>
          <p:cNvSpPr txBox="1"/>
          <p:nvPr/>
        </p:nvSpPr>
        <p:spPr>
          <a:xfrm>
            <a:off x="8665716" y="5438805"/>
            <a:ext cx="2967692" cy="3447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latinLnBrk="0"/>
            <a:r>
              <a:rPr lang="en-US" altLang="ko-KR" sz="1000" b="0" err="1">
                <a:solidFill>
                  <a:srgbClr val="32374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payment_key</a:t>
            </a:r>
            <a:r>
              <a:rPr lang="en-US" altLang="ko-KR" sz="1000" b="0">
                <a:solidFill>
                  <a:srgbClr val="32374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/ </a:t>
            </a:r>
            <a:r>
              <a:rPr lang="en-US" altLang="ko-KR" sz="1000" b="0" err="1">
                <a:solidFill>
                  <a:srgbClr val="32374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idempotency_key</a:t>
            </a:r>
            <a:r>
              <a:rPr lang="en-US" altLang="ko-KR" sz="1000" b="0">
                <a:solidFill>
                  <a:srgbClr val="32374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UNIQUE</a:t>
            </a:r>
          </a:p>
          <a:p>
            <a:pPr algn="ctr" latinLnBrk="0"/>
            <a:r>
              <a:rPr lang="ko-KR" altLang="en-US" sz="1000" b="0">
                <a:solidFill>
                  <a:srgbClr val="32374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동시 요청도 최종 </a:t>
            </a:r>
            <a:r>
              <a:rPr lang="en-US" altLang="ko-KR" sz="1000" b="0">
                <a:solidFill>
                  <a:srgbClr val="32374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lang="ko-KR" altLang="en-US" sz="1000" b="0">
                <a:solidFill>
                  <a:srgbClr val="32374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건만 저장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xmlns="" id="{FDC40153-0FFD-4DFD-8D55-C83CBCB4193E}"/>
              </a:ext>
            </a:extLst>
          </p:cNvPr>
          <p:cNvSpPr txBox="1"/>
          <p:nvPr/>
        </p:nvSpPr>
        <p:spPr>
          <a:xfrm>
            <a:off x="1415480" y="5077650"/>
            <a:ext cx="1050340" cy="21390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latinLnBrk="0"/>
            <a:r>
              <a:rPr lang="en-US" sz="1150" b="1">
                <a:solidFill>
                  <a:srgbClr val="1A3A70"/>
                </a:solidFill>
                <a:latin typeface="Noto Sans KR" panose="020B0200000000000000" pitchFamily="50" charset="-127"/>
              </a:rPr>
              <a:t>Application</a:t>
            </a:r>
            <a:endParaRPr sz="1150" b="1">
              <a:solidFill>
                <a:srgbClr val="1A3A70"/>
              </a:solidFill>
              <a:latin typeface="Noto Sans KR" panose="020B0200000000000000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xmlns="" id="{B4A52624-25FC-4D24-B4FD-CC1DD2AF7089}"/>
              </a:ext>
            </a:extLst>
          </p:cNvPr>
          <p:cNvSpPr txBox="1"/>
          <p:nvPr/>
        </p:nvSpPr>
        <p:spPr>
          <a:xfrm>
            <a:off x="715391" y="5428747"/>
            <a:ext cx="2447662" cy="3447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latinLnBrk="0"/>
            <a:r>
              <a:rPr lang="en-US" altLang="ko-KR" sz="1000" b="0" err="1">
                <a:solidFill>
                  <a:srgbClr val="32374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paymentKey</a:t>
            </a:r>
            <a:r>
              <a:rPr lang="en-US" altLang="ko-KR" sz="1000" b="0">
                <a:solidFill>
                  <a:srgbClr val="32374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000" b="0">
                <a:solidFill>
                  <a:srgbClr val="32374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중복 검사</a:t>
            </a:r>
          </a:p>
          <a:p>
            <a:pPr algn="ctr" latinLnBrk="0"/>
            <a:r>
              <a:rPr lang="ko-KR" altLang="en-US" sz="1000" b="0">
                <a:solidFill>
                  <a:srgbClr val="32374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주문</a:t>
            </a:r>
            <a:r>
              <a:rPr lang="en-US" altLang="ko-KR" sz="1000" b="0">
                <a:solidFill>
                  <a:srgbClr val="32374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sz="1000" b="0">
                <a:solidFill>
                  <a:srgbClr val="32374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예매 </a:t>
            </a:r>
            <a:r>
              <a:rPr lang="en-US" altLang="ko-KR" sz="1000" b="0">
                <a:solidFill>
                  <a:srgbClr val="32374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DONE </a:t>
            </a:r>
            <a:r>
              <a:rPr lang="ko-KR" altLang="en-US" sz="1000" b="0">
                <a:solidFill>
                  <a:srgbClr val="32374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결제 존재 여부 확인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xmlns="" id="{802FCB39-2EB0-4DFA-9136-A9DD99C09B4F}"/>
              </a:ext>
            </a:extLst>
          </p:cNvPr>
          <p:cNvSpPr txBox="1"/>
          <p:nvPr/>
        </p:nvSpPr>
        <p:spPr>
          <a:xfrm>
            <a:off x="659396" y="1277774"/>
            <a:ext cx="10149840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latinLnBrk="0"/>
            <a:r>
              <a:rPr lang="ko-KR" altLang="en-US" sz="2100" b="1">
                <a:solidFill>
                  <a:srgbClr val="23303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중복 결제를 어떻게 방어하는가</a:t>
            </a:r>
            <a:r>
              <a:rPr lang="en-US" altLang="ko-KR" sz="2100" b="1">
                <a:solidFill>
                  <a:srgbClr val="23303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?</a:t>
            </a:r>
            <a:endParaRPr lang="ko-KR" altLang="en-US" sz="2100" b="1">
              <a:solidFill>
                <a:srgbClr val="23303E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460081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67">
            <a:extLst>
              <a:ext uri="{FF2B5EF4-FFF2-40B4-BE49-F238E27FC236}">
                <a16:creationId xmlns:a16="http://schemas.microsoft.com/office/drawing/2014/main" xmlns="" id="{B671D4D4-5D7A-4315-8F08-293925B8B1BA}"/>
              </a:ext>
            </a:extLst>
          </p:cNvPr>
          <p:cNvSpPr txBox="1"/>
          <p:nvPr/>
        </p:nvSpPr>
        <p:spPr>
          <a:xfrm>
            <a:off x="1076694" y="332656"/>
            <a:ext cx="690102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defRPr/>
            </a:pPr>
            <a:r>
              <a:rPr lang="ko-KR" altLang="en-US" sz="2800" b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개발 내용</a:t>
            </a:r>
          </a:p>
          <a:p>
            <a:pPr latinLnBrk="0">
              <a:defRPr/>
            </a:pPr>
            <a:r>
              <a:rPr lang="ko-KR" altLang="en-US" sz="1600" b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테스트 </a:t>
            </a:r>
            <a:r>
              <a:rPr lang="en-US" altLang="ko-KR" sz="1600" b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– </a:t>
            </a:r>
            <a:r>
              <a:rPr lang="ko-KR" altLang="en-US" sz="1600" b="1" smtClean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종합 테스트 </a:t>
            </a:r>
            <a:endParaRPr lang="ko-KR" altLang="en-US" sz="1600" b="1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9" name="타원 68">
            <a:extLst>
              <a:ext uri="{FF2B5EF4-FFF2-40B4-BE49-F238E27FC236}">
                <a16:creationId xmlns:a16="http://schemas.microsoft.com/office/drawing/2014/main" xmlns="" id="{9335FBE7-7948-49CB-A400-4210EF31A78D}"/>
              </a:ext>
            </a:extLst>
          </p:cNvPr>
          <p:cNvSpPr/>
          <p:nvPr/>
        </p:nvSpPr>
        <p:spPr>
          <a:xfrm>
            <a:off x="293510" y="216809"/>
            <a:ext cx="831202" cy="885964"/>
          </a:xfrm>
          <a:prstGeom prst="ellipse">
            <a:avLst/>
          </a:prstGeom>
          <a:solidFill>
            <a:srgbClr val="337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>
                <a:latin typeface="Noto Sans KR" panose="020B0200000000000000" pitchFamily="50" charset="-127"/>
                <a:ea typeface="Noto Sans KR" panose="020B0200000000000000" pitchFamily="50" charset="-127"/>
              </a:rPr>
              <a:t>03</a:t>
            </a:r>
            <a:endParaRPr lang="ko-KR" altLang="en-US" sz="24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3" name="Rounded Rectangle 12">
            <a:extLst>
              <a:ext uri="{FF2B5EF4-FFF2-40B4-BE49-F238E27FC236}">
                <a16:creationId xmlns:a16="http://schemas.microsoft.com/office/drawing/2014/main" xmlns="" id="{EE56D579-9156-4FF1-9FE3-CE67EE82CF8C}"/>
              </a:ext>
            </a:extLst>
          </p:cNvPr>
          <p:cNvSpPr/>
          <p:nvPr/>
        </p:nvSpPr>
        <p:spPr>
          <a:xfrm>
            <a:off x="1667508" y="2168860"/>
            <a:ext cx="8712970" cy="2808312"/>
          </a:xfrm>
          <a:prstGeom prst="roundRect">
            <a:avLst/>
          </a:prstGeom>
          <a:solidFill>
            <a:srgbClr val="EBF2FA"/>
          </a:solidFill>
          <a:ln w="12700">
            <a:solidFill>
              <a:srgbClr val="C8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>
              <a:latin typeface="Noto Sans KR" panose="020B0200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1B0FEECB-DB43-4F00-9AC7-7CAF2CA685B7}"/>
              </a:ext>
            </a:extLst>
          </p:cNvPr>
          <p:cNvSpPr/>
          <p:nvPr/>
        </p:nvSpPr>
        <p:spPr>
          <a:xfrm>
            <a:off x="2099556" y="2528900"/>
            <a:ext cx="1584176" cy="2471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>
                <a:latin typeface="Noto Sans KR" panose="020B0200000000000000" pitchFamily="50" charset="-127"/>
                <a:ea typeface="Noto Sans KR" panose="020B0200000000000000" pitchFamily="50" charset="-127"/>
              </a:rPr>
              <a:t>테스트 조건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91852769-5B0F-408D-9418-02AF5C83BDE4}"/>
              </a:ext>
            </a:extLst>
          </p:cNvPr>
          <p:cNvSpPr txBox="1"/>
          <p:nvPr/>
        </p:nvSpPr>
        <p:spPr>
          <a:xfrm>
            <a:off x="3863752" y="2528900"/>
            <a:ext cx="60486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도서</a:t>
            </a:r>
            <a:r>
              <a:rPr lang="en-US" altLang="ko-KR" sz="120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20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공연 </a:t>
            </a:r>
            <a:r>
              <a:rPr lang="en-US" altLang="ko-KR" sz="120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E2E </a:t>
            </a:r>
            <a:r>
              <a:rPr lang="ko-KR" altLang="en-US" sz="120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구매 통합 흐름</a:t>
            </a:r>
          </a:p>
          <a:p>
            <a:r>
              <a:rPr lang="ko-KR" altLang="en-US" sz="120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좌석 선점 생명주기 </a:t>
            </a:r>
            <a:r>
              <a:rPr lang="en-US" altLang="ko-KR" sz="120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20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선점 </a:t>
            </a:r>
            <a:r>
              <a:rPr lang="en-US" altLang="ko-KR" sz="120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r>
              <a:rPr lang="ko-KR" altLang="en-US" sz="120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만료  </a:t>
            </a:r>
            <a:r>
              <a:rPr lang="en-US" altLang="ko-KR" sz="120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- </a:t>
            </a:r>
            <a:r>
              <a:rPr lang="ko-KR" altLang="en-US" sz="120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취소 </a:t>
            </a:r>
            <a:r>
              <a:rPr lang="en-US" altLang="ko-KR" sz="120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r>
              <a:rPr lang="ko-KR" altLang="en-US" sz="120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확정</a:t>
            </a:r>
            <a:r>
              <a:rPr lang="en-US" altLang="ko-KR" sz="120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r>
              <a:rPr lang="en-US" altLang="ko-KR" sz="120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10</a:t>
            </a:r>
            <a:r>
              <a:rPr lang="ko-KR" altLang="en-US" sz="120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가지 예외사항</a:t>
            </a: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xmlns="" id="{31DD627B-583D-4D97-9D51-26BC194C72EC}"/>
              </a:ext>
            </a:extLst>
          </p:cNvPr>
          <p:cNvSpPr/>
          <p:nvPr/>
        </p:nvSpPr>
        <p:spPr>
          <a:xfrm>
            <a:off x="2063552" y="3429000"/>
            <a:ext cx="1584176" cy="2471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>
                <a:latin typeface="Noto Sans KR" panose="020B0200000000000000" pitchFamily="50" charset="-127"/>
                <a:ea typeface="Noto Sans KR" panose="020B0200000000000000" pitchFamily="50" charset="-127"/>
              </a:rPr>
              <a:t>결과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xmlns="" id="{985C6F3F-AB7D-4AB2-8540-B369E192399C}"/>
              </a:ext>
            </a:extLst>
          </p:cNvPr>
          <p:cNvSpPr txBox="1"/>
          <p:nvPr/>
        </p:nvSpPr>
        <p:spPr>
          <a:xfrm>
            <a:off x="3863752" y="3429000"/>
            <a:ext cx="60486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단위 및 통합 테스트 전 항목 성공</a:t>
            </a:r>
            <a:endParaRPr lang="ko-KR" altLang="en-US" sz="120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xmlns="" id="{FB664EB1-B0C6-46CA-BFD1-E4C9BD653668}"/>
              </a:ext>
            </a:extLst>
          </p:cNvPr>
          <p:cNvSpPr/>
          <p:nvPr/>
        </p:nvSpPr>
        <p:spPr>
          <a:xfrm>
            <a:off x="2063552" y="4185084"/>
            <a:ext cx="1584176" cy="2471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>
                <a:latin typeface="Noto Sans KR" panose="020B0200000000000000" pitchFamily="50" charset="-127"/>
                <a:ea typeface="Noto Sans KR" panose="020B0200000000000000" pitchFamily="50" charset="-127"/>
              </a:rPr>
              <a:t>의미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xmlns="" id="{ABED8F1B-2DBE-4EBB-8E13-0396F31A4F53}"/>
              </a:ext>
            </a:extLst>
          </p:cNvPr>
          <p:cNvSpPr txBox="1"/>
          <p:nvPr/>
        </p:nvSpPr>
        <p:spPr>
          <a:xfrm>
            <a:off x="3863752" y="4149080"/>
            <a:ext cx="60486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정상 비즈니스 흐름과 데이터 정합성 검증</a:t>
            </a:r>
          </a:p>
          <a:p>
            <a:r>
              <a:rPr lang="ko-KR" altLang="en-US" sz="120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br>
              <a:rPr lang="ko-KR" altLang="en-US" sz="120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endParaRPr lang="ko-KR" altLang="en-US" sz="120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7E4C7627-CA53-4925-86DC-CC6B8ECFC0A7}"/>
              </a:ext>
            </a:extLst>
          </p:cNvPr>
          <p:cNvSpPr txBox="1"/>
          <p:nvPr/>
        </p:nvSpPr>
        <p:spPr>
          <a:xfrm>
            <a:off x="659396" y="1277774"/>
            <a:ext cx="10149840" cy="63094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atinLnBrk="0"/>
            <a:r>
              <a:rPr lang="ko-KR" altLang="en-US" sz="2100" b="1" smtClean="0">
                <a:solidFill>
                  <a:srgbClr val="23303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좌석 생명주기 및 예외 통합 검증 </a:t>
            </a:r>
            <a:endParaRPr lang="en-US" altLang="ko-KR" sz="2100" b="1" smtClean="0">
              <a:solidFill>
                <a:srgbClr val="23303E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atinLnBrk="0"/>
            <a:r>
              <a:rPr lang="ko-KR" altLang="en-US" sz="1400" b="1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여러가지 테스트 코드를 기반으로 검증</a:t>
            </a:r>
            <a:endParaRPr lang="ko-KR" altLang="en-US" sz="1400" b="1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659838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67">
            <a:extLst>
              <a:ext uri="{FF2B5EF4-FFF2-40B4-BE49-F238E27FC236}">
                <a16:creationId xmlns:a16="http://schemas.microsoft.com/office/drawing/2014/main" xmlns="" id="{B671D4D4-5D7A-4315-8F08-293925B8B1BA}"/>
              </a:ext>
            </a:extLst>
          </p:cNvPr>
          <p:cNvSpPr txBox="1"/>
          <p:nvPr/>
        </p:nvSpPr>
        <p:spPr>
          <a:xfrm>
            <a:off x="1076694" y="332656"/>
            <a:ext cx="690102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defRPr/>
            </a:pPr>
            <a:r>
              <a:rPr lang="ko-KR" altLang="en-US" sz="2800" b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개발 내용</a:t>
            </a:r>
          </a:p>
          <a:p>
            <a:pPr latinLnBrk="0">
              <a:defRPr/>
            </a:pPr>
            <a:r>
              <a:rPr lang="ko-KR" altLang="en-US" sz="1600" b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테스트 </a:t>
            </a:r>
            <a:r>
              <a:rPr lang="en-US" altLang="ko-KR" sz="1600" b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– </a:t>
            </a:r>
            <a:r>
              <a:rPr lang="ko-KR" altLang="en-US" sz="1600" b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좌석 선점 동시성 검증</a:t>
            </a:r>
          </a:p>
        </p:txBody>
      </p:sp>
      <p:sp>
        <p:nvSpPr>
          <p:cNvPr id="69" name="타원 68">
            <a:extLst>
              <a:ext uri="{FF2B5EF4-FFF2-40B4-BE49-F238E27FC236}">
                <a16:creationId xmlns:a16="http://schemas.microsoft.com/office/drawing/2014/main" xmlns="" id="{9335FBE7-7948-49CB-A400-4210EF31A78D}"/>
              </a:ext>
            </a:extLst>
          </p:cNvPr>
          <p:cNvSpPr/>
          <p:nvPr/>
        </p:nvSpPr>
        <p:spPr>
          <a:xfrm>
            <a:off x="293510" y="216809"/>
            <a:ext cx="831202" cy="885964"/>
          </a:xfrm>
          <a:prstGeom prst="ellipse">
            <a:avLst/>
          </a:prstGeom>
          <a:solidFill>
            <a:srgbClr val="337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>
                <a:latin typeface="Noto Sans KR" panose="020B0200000000000000" pitchFamily="50" charset="-127"/>
                <a:ea typeface="Noto Sans KR" panose="020B0200000000000000" pitchFamily="50" charset="-127"/>
              </a:rPr>
              <a:t>03</a:t>
            </a:r>
            <a:endParaRPr lang="ko-KR" altLang="en-US" sz="24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3" name="Rounded Rectangle 12">
            <a:extLst>
              <a:ext uri="{FF2B5EF4-FFF2-40B4-BE49-F238E27FC236}">
                <a16:creationId xmlns:a16="http://schemas.microsoft.com/office/drawing/2014/main" xmlns="" id="{EE56D579-9156-4FF1-9FE3-CE67EE82CF8C}"/>
              </a:ext>
            </a:extLst>
          </p:cNvPr>
          <p:cNvSpPr/>
          <p:nvPr/>
        </p:nvSpPr>
        <p:spPr>
          <a:xfrm>
            <a:off x="1739515" y="4390136"/>
            <a:ext cx="8712970" cy="1656183"/>
          </a:xfrm>
          <a:prstGeom prst="roundRect">
            <a:avLst/>
          </a:prstGeom>
          <a:solidFill>
            <a:srgbClr val="EBF2FA"/>
          </a:solidFill>
          <a:ln w="12700">
            <a:solidFill>
              <a:srgbClr val="C8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>
              <a:latin typeface="Noto Sans KR" panose="020B0200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1B0FEECB-DB43-4F00-9AC7-7CAF2CA685B7}"/>
              </a:ext>
            </a:extLst>
          </p:cNvPr>
          <p:cNvSpPr/>
          <p:nvPr/>
        </p:nvSpPr>
        <p:spPr>
          <a:xfrm>
            <a:off x="2027548" y="4581128"/>
            <a:ext cx="1584176" cy="2471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>
                <a:latin typeface="Noto Sans KR" panose="020B0200000000000000" pitchFamily="50" charset="-127"/>
                <a:ea typeface="Noto Sans KR" panose="020B0200000000000000" pitchFamily="50" charset="-127"/>
              </a:rPr>
              <a:t>테스트 조건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91852769-5B0F-408D-9418-02AF5C83BDE4}"/>
              </a:ext>
            </a:extLst>
          </p:cNvPr>
          <p:cNvSpPr txBox="1"/>
          <p:nvPr/>
        </p:nvSpPr>
        <p:spPr>
          <a:xfrm>
            <a:off x="3899757" y="4581128"/>
            <a:ext cx="60486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50</a:t>
            </a:r>
            <a:r>
              <a:rPr lang="ko-KR" altLang="en-US" sz="120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명의 사용자가 동일 좌석에 동시에 선점 요청</a:t>
            </a: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xmlns="" id="{31DD627B-583D-4D97-9D51-26BC194C72EC}"/>
              </a:ext>
            </a:extLst>
          </p:cNvPr>
          <p:cNvSpPr/>
          <p:nvPr/>
        </p:nvSpPr>
        <p:spPr>
          <a:xfrm>
            <a:off x="2034888" y="5051657"/>
            <a:ext cx="1584176" cy="2471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>
                <a:latin typeface="Noto Sans KR" panose="020B0200000000000000" pitchFamily="50" charset="-127"/>
                <a:ea typeface="Noto Sans KR" panose="020B0200000000000000" pitchFamily="50" charset="-127"/>
              </a:rPr>
              <a:t>결과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xmlns="" id="{985C6F3F-AB7D-4AB2-8540-B369E192399C}"/>
              </a:ext>
            </a:extLst>
          </p:cNvPr>
          <p:cNvSpPr txBox="1"/>
          <p:nvPr/>
        </p:nvSpPr>
        <p:spPr>
          <a:xfrm>
            <a:off x="3907097" y="5051657"/>
            <a:ext cx="60486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같은 좌석에 대한 요청은 </a:t>
            </a: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lang="ko-KR" altLang="en-US" sz="120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건만 성공하고 나머지 </a:t>
            </a: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49</a:t>
            </a:r>
            <a:r>
              <a:rPr lang="ko-KR" altLang="en-US" sz="120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건은 실패</a:t>
            </a: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xmlns="" id="{FB664EB1-B0C6-46CA-BFD1-E4C9BD653668}"/>
              </a:ext>
            </a:extLst>
          </p:cNvPr>
          <p:cNvSpPr/>
          <p:nvPr/>
        </p:nvSpPr>
        <p:spPr>
          <a:xfrm>
            <a:off x="2034888" y="5528070"/>
            <a:ext cx="1584176" cy="2471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>
                <a:latin typeface="Noto Sans KR" panose="020B0200000000000000" pitchFamily="50" charset="-127"/>
                <a:ea typeface="Noto Sans KR" panose="020B0200000000000000" pitchFamily="50" charset="-127"/>
              </a:rPr>
              <a:t>의미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xmlns="" id="{ABED8F1B-2DBE-4EBB-8E13-0396F31A4F53}"/>
              </a:ext>
            </a:extLst>
          </p:cNvPr>
          <p:cNvSpPr txBox="1"/>
          <p:nvPr/>
        </p:nvSpPr>
        <p:spPr>
          <a:xfrm>
            <a:off x="3907097" y="5528070"/>
            <a:ext cx="60486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동시 접근 상황에서도 좌석 중복 선점이 발생하지 않음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7E4C7627-CA53-4925-86DC-CC6B8ECFC0A7}"/>
              </a:ext>
            </a:extLst>
          </p:cNvPr>
          <p:cNvSpPr txBox="1"/>
          <p:nvPr/>
        </p:nvSpPr>
        <p:spPr>
          <a:xfrm>
            <a:off x="659396" y="1277774"/>
            <a:ext cx="10149840" cy="63094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latinLnBrk="0"/>
            <a:r>
              <a:rPr lang="ko-KR" altLang="en-US" sz="2100" b="1">
                <a:solidFill>
                  <a:srgbClr val="23303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좌석 선점 동시성 </a:t>
            </a:r>
            <a:r>
              <a:rPr lang="ko-KR" altLang="en-US" sz="2100" b="1" smtClean="0">
                <a:solidFill>
                  <a:srgbClr val="23303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테스트</a:t>
            </a:r>
            <a:endParaRPr lang="en-US" altLang="ko-KR" sz="2100" b="1">
              <a:solidFill>
                <a:srgbClr val="23303E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 latinLnBrk="0"/>
            <a:r>
              <a:rPr lang="ko-KR" altLang="en-US" sz="1400" b="1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동시에 요청해도 최종 선점은 </a:t>
            </a:r>
            <a:r>
              <a:rPr lang="en-US" altLang="ko-KR" sz="1400" b="1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lang="ko-KR" altLang="en-US" sz="1400" b="1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건만 </a:t>
            </a:r>
            <a:r>
              <a:rPr lang="ko-KR" altLang="en-US" sz="1400" b="1" err="1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해용되는지</a:t>
            </a:r>
            <a:r>
              <a:rPr lang="ko-KR" altLang="en-US" sz="1400" b="1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검증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EDE0E6A7-3F41-4240-A83B-0E3F5B4A2C6D}"/>
              </a:ext>
            </a:extLst>
          </p:cNvPr>
          <p:cNvSpPr txBox="1"/>
          <p:nvPr/>
        </p:nvSpPr>
        <p:spPr>
          <a:xfrm>
            <a:off x="1733529" y="2415206"/>
            <a:ext cx="2808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>
                <a:latin typeface="Noto Sans KR" panose="020B0200000000000000" pitchFamily="50" charset="-127"/>
                <a:ea typeface="Noto Sans KR" panose="020B0200000000000000" pitchFamily="50" charset="-127"/>
              </a:rPr>
              <a:t>50 Requests</a:t>
            </a:r>
            <a:endParaRPr lang="ko-KR" altLang="en-US" sz="32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7" name="Rounded Rectangle 40">
            <a:extLst>
              <a:ext uri="{FF2B5EF4-FFF2-40B4-BE49-F238E27FC236}">
                <a16:creationId xmlns:a16="http://schemas.microsoft.com/office/drawing/2014/main" xmlns="" id="{E07FDE41-435E-49C3-8AF0-B2D602976BE5}"/>
              </a:ext>
            </a:extLst>
          </p:cNvPr>
          <p:cNvSpPr/>
          <p:nvPr/>
        </p:nvSpPr>
        <p:spPr>
          <a:xfrm>
            <a:off x="4960667" y="2288860"/>
            <a:ext cx="2040160" cy="960120"/>
          </a:xfrm>
          <a:prstGeom prst="roundRect">
            <a:avLst/>
          </a:prstGeom>
          <a:solidFill>
            <a:srgbClr val="F0F8FF"/>
          </a:solidFill>
          <a:ln w="12700">
            <a:solidFill>
              <a:srgbClr val="378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en-US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</a:rPr>
              <a:t>1 SUCCESS</a:t>
            </a:r>
          </a:p>
          <a:p>
            <a:pPr algn="ctr" latinLnBrk="0"/>
            <a:r>
              <a:rPr lang="ko-KR" altLang="en-US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</a:rPr>
              <a:t>선점 성공 </a:t>
            </a:r>
            <a:r>
              <a:rPr lang="en-US" altLang="ko-KR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</a:rPr>
              <a:t>1</a:t>
            </a:r>
            <a:r>
              <a:rPr lang="ko-KR" altLang="en-US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</a:rPr>
              <a:t>건</a:t>
            </a:r>
            <a:endParaRPr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</a:endParaRPr>
          </a:p>
        </p:txBody>
      </p:sp>
      <p:sp>
        <p:nvSpPr>
          <p:cNvPr id="28" name="Rounded Rectangle 43">
            <a:extLst>
              <a:ext uri="{FF2B5EF4-FFF2-40B4-BE49-F238E27FC236}">
                <a16:creationId xmlns:a16="http://schemas.microsoft.com/office/drawing/2014/main" xmlns="" id="{D7DF0036-A425-4154-AC27-E4A8E2C4862C}"/>
              </a:ext>
            </a:extLst>
          </p:cNvPr>
          <p:cNvSpPr/>
          <p:nvPr/>
        </p:nvSpPr>
        <p:spPr>
          <a:xfrm>
            <a:off x="7836260" y="2288860"/>
            <a:ext cx="2040160" cy="960120"/>
          </a:xfrm>
          <a:prstGeom prst="roundRect">
            <a:avLst/>
          </a:prstGeom>
          <a:solidFill>
            <a:srgbClr val="FFF5F2"/>
          </a:solidFill>
          <a:ln w="12700">
            <a:solidFill>
              <a:srgbClr val="BC4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en-US" altLang="ko-KR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</a:rPr>
              <a:t>49 FAIL</a:t>
            </a:r>
          </a:p>
          <a:p>
            <a:pPr algn="ctr" latinLnBrk="0"/>
            <a:r>
              <a:rPr lang="ko-KR" altLang="en-US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</a:rPr>
              <a:t>선점 실패 </a:t>
            </a:r>
            <a:r>
              <a:rPr lang="en-US" altLang="ko-KR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</a:rPr>
              <a:t>49</a:t>
            </a:r>
            <a:r>
              <a:rPr lang="ko-KR" altLang="en-US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</a:rPr>
              <a:t>건</a:t>
            </a: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xmlns="" id="{A215DA60-8F30-469C-8278-5834B9135847}"/>
              </a:ext>
            </a:extLst>
          </p:cNvPr>
          <p:cNvCxnSpPr>
            <a:cxnSpLocks/>
          </p:cNvCxnSpPr>
          <p:nvPr/>
        </p:nvCxnSpPr>
        <p:spPr>
          <a:xfrm>
            <a:off x="4336531" y="2775246"/>
            <a:ext cx="6241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8659838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그래픽 190">
            <a:extLst>
              <a:ext uri="{FF2B5EF4-FFF2-40B4-BE49-F238E27FC236}">
                <a16:creationId xmlns:a16="http://schemas.microsoft.com/office/drawing/2014/main" xmlns="" id="{B5967736-A99C-BBBF-FEBF-FDFE9F35EF9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5055" y="168549"/>
            <a:ext cx="12192000" cy="6858000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xmlns="" id="{B671D4D4-5D7A-4315-8F08-293925B8B1BA}"/>
              </a:ext>
            </a:extLst>
          </p:cNvPr>
          <p:cNvSpPr txBox="1"/>
          <p:nvPr/>
        </p:nvSpPr>
        <p:spPr>
          <a:xfrm>
            <a:off x="1076694" y="332656"/>
            <a:ext cx="690102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defRPr/>
            </a:pPr>
            <a:r>
              <a:rPr lang="ko-KR" altLang="en-US" sz="2800" b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개발 내용</a:t>
            </a:r>
            <a:endParaRPr lang="en-US" altLang="ko-KR" sz="2800" b="1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atinLnBrk="0">
              <a:defRPr/>
            </a:pPr>
            <a:r>
              <a:rPr lang="ko-KR" altLang="en-US" sz="1600" b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시연</a:t>
            </a:r>
            <a:r>
              <a:rPr lang="en-US" altLang="ko-KR" sz="1600" b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600" b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영상</a:t>
            </a:r>
          </a:p>
        </p:txBody>
      </p:sp>
      <p:sp>
        <p:nvSpPr>
          <p:cNvPr id="69" name="타원 68">
            <a:extLst>
              <a:ext uri="{FF2B5EF4-FFF2-40B4-BE49-F238E27FC236}">
                <a16:creationId xmlns:a16="http://schemas.microsoft.com/office/drawing/2014/main" xmlns="" id="{9335FBE7-7948-49CB-A400-4210EF31A78D}"/>
              </a:ext>
            </a:extLst>
          </p:cNvPr>
          <p:cNvSpPr/>
          <p:nvPr/>
        </p:nvSpPr>
        <p:spPr>
          <a:xfrm>
            <a:off x="293510" y="216809"/>
            <a:ext cx="831202" cy="885964"/>
          </a:xfrm>
          <a:prstGeom prst="ellipse">
            <a:avLst/>
          </a:prstGeom>
          <a:solidFill>
            <a:srgbClr val="337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>
                <a:latin typeface="Noto Sans KR" panose="020B0200000000000000" pitchFamily="50" charset="-127"/>
                <a:ea typeface="Noto Sans KR" panose="020B0200000000000000" pitchFamily="50" charset="-127"/>
              </a:rPr>
              <a:t>03</a:t>
            </a:r>
            <a:endParaRPr lang="ko-KR" altLang="en-US" sz="24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7" name="Booketing 시연영상.mp4">
            <a:hlinkClick r:id="" action="ppaction://media"/>
          </p:cNvPr>
          <p:cNvPicPr>
            <a:picLocks noRot="1" noChangeAspect="1"/>
          </p:cNvPicPr>
          <p:nvPr>
            <a:videoFile r:link="rId1"/>
          </p:nvPr>
        </p:nvPicPr>
        <p:blipFill>
          <a:blip r:embed="rId5" cstate="print"/>
          <a:stretch>
            <a:fillRect/>
          </a:stretch>
        </p:blipFill>
        <p:spPr>
          <a:xfrm>
            <a:off x="2711624" y="1592796"/>
            <a:ext cx="6007732" cy="4505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985202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1">
            <a:extLst>
              <a:ext uri="{FF2B5EF4-FFF2-40B4-BE49-F238E27FC236}">
                <a16:creationId xmlns:a16="http://schemas.microsoft.com/office/drawing/2014/main" xmlns="" id="{A7FD76B9-2AFB-4FCE-8A66-F1AC682FA121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378C8"/>
          </a:solidFill>
          <a:ln w="12700">
            <a:solidFill>
              <a:srgbClr val="1F68B7"/>
            </a:solidFill>
            <a:prstDash val="solid"/>
          </a:ln>
        </p:spPr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B009248F-4DD8-4AD8-8BAC-D1D16257D0A0}"/>
              </a:ext>
            </a:extLst>
          </p:cNvPr>
          <p:cNvSpPr txBox="1"/>
          <p:nvPr/>
        </p:nvSpPr>
        <p:spPr>
          <a:xfrm>
            <a:off x="983432" y="1376772"/>
            <a:ext cx="9721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b="1" u="sng">
                <a:solidFill>
                  <a:srgbClr val="3378C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04</a:t>
            </a:r>
            <a:endParaRPr lang="ko-KR" altLang="en-US" sz="4800" b="1" u="sng">
              <a:solidFill>
                <a:srgbClr val="3378C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546F5969-0EE0-452E-A423-83B96040389E}"/>
              </a:ext>
            </a:extLst>
          </p:cNvPr>
          <p:cNvSpPr txBox="1"/>
          <p:nvPr/>
        </p:nvSpPr>
        <p:spPr>
          <a:xfrm>
            <a:off x="1955540" y="1448780"/>
            <a:ext cx="45365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>
                <a:latin typeface="Noto Sans KR" panose="020B0200000000000000" pitchFamily="50" charset="-127"/>
                <a:ea typeface="Noto Sans KR" panose="020B0200000000000000" pitchFamily="50" charset="-127"/>
              </a:rPr>
              <a:t>개발 후기 및 </a:t>
            </a:r>
            <a:r>
              <a:rPr lang="ko-KR" altLang="en-US" sz="3600" b="1" err="1">
                <a:latin typeface="Noto Sans KR" panose="020B0200000000000000" pitchFamily="50" charset="-127"/>
                <a:ea typeface="Noto Sans KR" panose="020B0200000000000000" pitchFamily="50" charset="-127"/>
              </a:rPr>
              <a:t>느낀점</a:t>
            </a:r>
            <a:endParaRPr lang="ko-KR" altLang="en-US" sz="36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xmlns="" id="{F603A518-2430-42C1-AF8E-533DA905393A}"/>
              </a:ext>
            </a:extLst>
          </p:cNvPr>
          <p:cNvSpPr/>
          <p:nvPr/>
        </p:nvSpPr>
        <p:spPr>
          <a:xfrm>
            <a:off x="10200456" y="6263640"/>
            <a:ext cx="863784" cy="2257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1050" b="1">
                <a:solidFill>
                  <a:srgbClr val="3378C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BOOKETING</a:t>
            </a:r>
            <a:endParaRPr lang="en-US" sz="1050">
              <a:solidFill>
                <a:srgbClr val="3378C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832811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그래픽 190">
            <a:extLst>
              <a:ext uri="{FF2B5EF4-FFF2-40B4-BE49-F238E27FC236}">
                <a16:creationId xmlns:a16="http://schemas.microsoft.com/office/drawing/2014/main" xmlns="" id="{B5967736-A99C-BBBF-FEBF-FDFE9F35EF9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5055" y="168549"/>
            <a:ext cx="12192000" cy="6858000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xmlns="" id="{B671D4D4-5D7A-4315-8F08-293925B8B1BA}"/>
              </a:ext>
            </a:extLst>
          </p:cNvPr>
          <p:cNvSpPr txBox="1"/>
          <p:nvPr/>
        </p:nvSpPr>
        <p:spPr>
          <a:xfrm>
            <a:off x="1076694" y="332656"/>
            <a:ext cx="690102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defRPr/>
            </a:pPr>
            <a:r>
              <a:rPr lang="ko-KR" altLang="en-US" sz="2800" b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개발 후기 및 </a:t>
            </a:r>
            <a:r>
              <a:rPr lang="ko-KR" altLang="en-US" sz="2800" b="1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느낀점</a:t>
            </a:r>
            <a:endParaRPr lang="en-US" altLang="ko-KR" sz="2800" b="1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atinLnBrk="0">
              <a:defRPr/>
            </a:pPr>
            <a:r>
              <a:rPr lang="ko-KR" altLang="en-US" sz="1600" b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향후 개선 사항 및 기대 효과</a:t>
            </a:r>
          </a:p>
        </p:txBody>
      </p:sp>
      <p:sp>
        <p:nvSpPr>
          <p:cNvPr id="69" name="타원 68">
            <a:extLst>
              <a:ext uri="{FF2B5EF4-FFF2-40B4-BE49-F238E27FC236}">
                <a16:creationId xmlns:a16="http://schemas.microsoft.com/office/drawing/2014/main" xmlns="" id="{9335FBE7-7948-49CB-A400-4210EF31A78D}"/>
              </a:ext>
            </a:extLst>
          </p:cNvPr>
          <p:cNvSpPr/>
          <p:nvPr/>
        </p:nvSpPr>
        <p:spPr>
          <a:xfrm>
            <a:off x="293510" y="216809"/>
            <a:ext cx="831202" cy="885964"/>
          </a:xfrm>
          <a:prstGeom prst="ellipse">
            <a:avLst/>
          </a:prstGeom>
          <a:solidFill>
            <a:srgbClr val="337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>
                <a:latin typeface="Noto Sans KR" panose="020B0200000000000000" pitchFamily="50" charset="-127"/>
                <a:ea typeface="Noto Sans KR" panose="020B0200000000000000" pitchFamily="50" charset="-127"/>
              </a:rPr>
              <a:t>04</a:t>
            </a:r>
            <a:endParaRPr lang="ko-KR" altLang="en-US" sz="24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0" name="Rounded Rectangle 140">
            <a:extLst>
              <a:ext uri="{FF2B5EF4-FFF2-40B4-BE49-F238E27FC236}">
                <a16:creationId xmlns:a16="http://schemas.microsoft.com/office/drawing/2014/main" xmlns="" id="{1476D206-2BAD-445A-82B9-BEE92EEC3B07}"/>
              </a:ext>
            </a:extLst>
          </p:cNvPr>
          <p:cNvSpPr/>
          <p:nvPr/>
        </p:nvSpPr>
        <p:spPr>
          <a:xfrm>
            <a:off x="7818120" y="2807020"/>
            <a:ext cx="3108960" cy="2206156"/>
          </a:xfrm>
          <a:prstGeom prst="roundRect">
            <a:avLst/>
          </a:prstGeom>
          <a:noFill/>
          <a:ln w="12700">
            <a:solidFill>
              <a:srgbClr val="337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>
              <a:latin typeface="Noto Sans KR" panose="020B0200000000000000" pitchFamily="50" charset="-127"/>
            </a:endParaRPr>
          </a:p>
        </p:txBody>
      </p:sp>
      <p:sp>
        <p:nvSpPr>
          <p:cNvPr id="61" name="Rounded Rectangle 132">
            <a:extLst>
              <a:ext uri="{FF2B5EF4-FFF2-40B4-BE49-F238E27FC236}">
                <a16:creationId xmlns:a16="http://schemas.microsoft.com/office/drawing/2014/main" xmlns="" id="{7348DAEF-42F3-4092-B0B5-978E9E951C9F}"/>
              </a:ext>
            </a:extLst>
          </p:cNvPr>
          <p:cNvSpPr/>
          <p:nvPr/>
        </p:nvSpPr>
        <p:spPr>
          <a:xfrm>
            <a:off x="975325" y="2794816"/>
            <a:ext cx="3108960" cy="2206156"/>
          </a:xfrm>
          <a:prstGeom prst="roundRect">
            <a:avLst/>
          </a:prstGeom>
          <a:noFill/>
          <a:ln w="12700">
            <a:solidFill>
              <a:srgbClr val="337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>
              <a:latin typeface="Noto Sans KR" panose="020B0200000000000000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xmlns="" id="{08037ED0-7E30-4960-B624-8A7A42ABF670}"/>
              </a:ext>
            </a:extLst>
          </p:cNvPr>
          <p:cNvSpPr txBox="1"/>
          <p:nvPr/>
        </p:nvSpPr>
        <p:spPr>
          <a:xfrm>
            <a:off x="1597117" y="2977696"/>
            <a:ext cx="2240280" cy="3154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latinLnBrk="0"/>
            <a:r>
              <a:rPr sz="1450" b="1" err="1">
                <a:solidFill>
                  <a:srgbClr val="3378C8"/>
                </a:solidFill>
                <a:latin typeface="Noto Sans KR" panose="020B0200000000000000" pitchFamily="50" charset="-127"/>
              </a:rPr>
              <a:t>통합</a:t>
            </a:r>
            <a:r>
              <a:rPr sz="1450" b="1">
                <a:solidFill>
                  <a:srgbClr val="3378C8"/>
                </a:solidFill>
                <a:latin typeface="Noto Sans KR" panose="020B0200000000000000" pitchFamily="50" charset="-127"/>
              </a:rPr>
              <a:t> </a:t>
            </a:r>
            <a:r>
              <a:rPr sz="1450" b="1" err="1">
                <a:solidFill>
                  <a:srgbClr val="3378C8"/>
                </a:solidFill>
                <a:latin typeface="Noto Sans KR" panose="020B0200000000000000" pitchFamily="50" charset="-127"/>
              </a:rPr>
              <a:t>사용자</a:t>
            </a:r>
            <a:r>
              <a:rPr sz="1450" b="1">
                <a:solidFill>
                  <a:srgbClr val="3378C8"/>
                </a:solidFill>
                <a:latin typeface="Noto Sans KR" panose="020B0200000000000000" pitchFamily="50" charset="-127"/>
              </a:rPr>
              <a:t> </a:t>
            </a:r>
            <a:r>
              <a:rPr sz="1450" b="1" err="1">
                <a:solidFill>
                  <a:srgbClr val="3378C8"/>
                </a:solidFill>
                <a:latin typeface="Noto Sans KR" panose="020B0200000000000000" pitchFamily="50" charset="-127"/>
              </a:rPr>
              <a:t>경험</a:t>
            </a:r>
            <a:endParaRPr sz="1450" b="1">
              <a:solidFill>
                <a:srgbClr val="3378C8"/>
              </a:solidFill>
              <a:latin typeface="Noto Sans KR" panose="020B0200000000000000" pitchFamily="50" charset="-12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xmlns="" id="{90A1CCFF-A21E-4794-BE4D-93FFA302EC6E}"/>
              </a:ext>
            </a:extLst>
          </p:cNvPr>
          <p:cNvSpPr txBox="1"/>
          <p:nvPr/>
        </p:nvSpPr>
        <p:spPr>
          <a:xfrm>
            <a:off x="1139917" y="3480616"/>
            <a:ext cx="2724912" cy="13849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171450" indent="-171450" algn="l" latinLnBrk="0">
              <a:buFont typeface="Arial" panose="020B0604020202020204" pitchFamily="34" charset="0"/>
              <a:buChar char="•"/>
            </a:pPr>
            <a:r>
              <a:rPr lang="ko-KR" altLang="en-US" sz="1200" b="0">
                <a:latin typeface="Noto Sans KR" panose="020B0200000000000000" pitchFamily="50" charset="-127"/>
                <a:ea typeface="Noto Sans KR" panose="020B0200000000000000" pitchFamily="50" charset="-127"/>
              </a:rPr>
              <a:t>도서 구매와 공연 예매를 하나의 플랫폼에서 제공</a:t>
            </a:r>
            <a:endParaRPr lang="en-US" altLang="ko-KR" sz="1200" b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 algn="l" latinLnBrk="0">
              <a:buFont typeface="Arial" panose="020B0604020202020204" pitchFamily="34" charset="0"/>
              <a:buChar char="•"/>
            </a:pPr>
            <a:r>
              <a:rPr lang="ko-KR" altLang="en-US" sz="1200" b="0">
                <a:latin typeface="Noto Sans KR" panose="020B0200000000000000" pitchFamily="50" charset="-127"/>
                <a:ea typeface="Noto Sans KR" panose="020B0200000000000000" pitchFamily="50" charset="-127"/>
              </a:rPr>
              <a:t>사용자가 여러 서비스를 이동하지 않고 문화 콘텐츠를 이용할 수 있도록 구성</a:t>
            </a:r>
            <a:endParaRPr lang="en-US" altLang="ko-KR" sz="1200" b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 algn="l" latinLnBrk="0">
              <a:buFont typeface="Arial" panose="020B0604020202020204" pitchFamily="34" charset="0"/>
              <a:buChar char="•"/>
            </a:pPr>
            <a:r>
              <a:rPr lang="ko-KR" altLang="en-US" sz="1200" b="0">
                <a:latin typeface="Noto Sans KR" panose="020B0200000000000000" pitchFamily="50" charset="-127"/>
                <a:ea typeface="Noto Sans KR" panose="020B0200000000000000" pitchFamily="50" charset="-127"/>
              </a:rPr>
              <a:t>도서와 공연을 연계한 통합형 서비스로 확장 가능</a:t>
            </a:r>
            <a:endParaRPr sz="1200" b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4" name="Rounded Rectangle 136">
            <a:extLst>
              <a:ext uri="{FF2B5EF4-FFF2-40B4-BE49-F238E27FC236}">
                <a16:creationId xmlns:a16="http://schemas.microsoft.com/office/drawing/2014/main" xmlns="" id="{31980A23-E7B5-44D9-A8BA-6639A21F66E3}"/>
              </a:ext>
            </a:extLst>
          </p:cNvPr>
          <p:cNvSpPr/>
          <p:nvPr/>
        </p:nvSpPr>
        <p:spPr>
          <a:xfrm>
            <a:off x="4404325" y="2794816"/>
            <a:ext cx="3108960" cy="2206156"/>
          </a:xfrm>
          <a:prstGeom prst="roundRect">
            <a:avLst/>
          </a:prstGeom>
          <a:noFill/>
          <a:ln w="12700">
            <a:solidFill>
              <a:srgbClr val="337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>
              <a:latin typeface="Noto Sans KR" panose="020B0200000000000000" pitchFamily="50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xmlns="" id="{99902D43-BD48-4E01-BF6C-271CE1B08C65}"/>
              </a:ext>
            </a:extLst>
          </p:cNvPr>
          <p:cNvSpPr txBox="1"/>
          <p:nvPr/>
        </p:nvSpPr>
        <p:spPr>
          <a:xfrm>
            <a:off x="5026117" y="2977696"/>
            <a:ext cx="2240280" cy="3154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latinLnBrk="0"/>
            <a:r>
              <a:rPr sz="1450" b="1" err="1">
                <a:solidFill>
                  <a:srgbClr val="3378C8"/>
                </a:solidFill>
                <a:latin typeface="Noto Sans KR" panose="020B0200000000000000" pitchFamily="50" charset="-127"/>
              </a:rPr>
              <a:t>실서비스형</a:t>
            </a:r>
            <a:r>
              <a:rPr sz="1450" b="1">
                <a:solidFill>
                  <a:srgbClr val="3378C8"/>
                </a:solidFill>
                <a:latin typeface="Noto Sans KR" panose="020B0200000000000000" pitchFamily="50" charset="-127"/>
              </a:rPr>
              <a:t> </a:t>
            </a:r>
            <a:r>
              <a:rPr sz="1450" b="1" err="1">
                <a:solidFill>
                  <a:srgbClr val="3378C8"/>
                </a:solidFill>
                <a:latin typeface="Noto Sans KR" panose="020B0200000000000000" pitchFamily="50" charset="-127"/>
              </a:rPr>
              <a:t>상태</a:t>
            </a:r>
            <a:r>
              <a:rPr sz="1450" b="1">
                <a:solidFill>
                  <a:srgbClr val="3378C8"/>
                </a:solidFill>
                <a:latin typeface="Noto Sans KR" panose="020B0200000000000000" pitchFamily="50" charset="-127"/>
              </a:rPr>
              <a:t> </a:t>
            </a:r>
            <a:r>
              <a:rPr sz="1450" b="1" err="1">
                <a:solidFill>
                  <a:srgbClr val="3378C8"/>
                </a:solidFill>
                <a:latin typeface="Noto Sans KR" panose="020B0200000000000000" pitchFamily="50" charset="-127"/>
              </a:rPr>
              <a:t>관리</a:t>
            </a:r>
            <a:endParaRPr sz="1450" b="1">
              <a:solidFill>
                <a:srgbClr val="3378C8"/>
              </a:solidFill>
              <a:latin typeface="Noto Sans KR" panose="020B0200000000000000" pitchFamily="50" charset="-12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xmlns="" id="{B3DF6648-E5A9-4BA7-8798-BEA8CC1361C2}"/>
              </a:ext>
            </a:extLst>
          </p:cNvPr>
          <p:cNvSpPr txBox="1"/>
          <p:nvPr/>
        </p:nvSpPr>
        <p:spPr>
          <a:xfrm>
            <a:off x="4568917" y="3480616"/>
            <a:ext cx="2724912" cy="12003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171450" indent="-171450" algn="l" latinLnBrk="0">
              <a:buFont typeface="Arial" panose="020B0604020202020204" pitchFamily="34" charset="0"/>
              <a:buChar char="•"/>
            </a:pPr>
            <a:r>
              <a:rPr lang="ko-KR" altLang="en-US" sz="1200" b="0">
                <a:latin typeface="Noto Sans KR" panose="020B0200000000000000" pitchFamily="50" charset="-127"/>
                <a:ea typeface="Noto Sans KR" panose="020B0200000000000000" pitchFamily="50" charset="-127"/>
              </a:rPr>
              <a:t>조회부터 구매</a:t>
            </a:r>
            <a:r>
              <a:rPr lang="en-US" altLang="ko-KR" sz="1200" b="0"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200" b="0">
                <a:latin typeface="Noto Sans KR" panose="020B0200000000000000" pitchFamily="50" charset="-127"/>
                <a:ea typeface="Noto Sans KR" panose="020B0200000000000000" pitchFamily="50" charset="-127"/>
              </a:rPr>
              <a:t>예매</a:t>
            </a:r>
            <a:r>
              <a:rPr lang="en-US" altLang="ko-KR" sz="1200" b="0"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200" b="0">
                <a:latin typeface="Noto Sans KR" panose="020B0200000000000000" pitchFamily="50" charset="-127"/>
                <a:ea typeface="Noto Sans KR" panose="020B0200000000000000" pitchFamily="50" charset="-127"/>
              </a:rPr>
              <a:t>결제까지 하나의 흐름으로 제공</a:t>
            </a:r>
            <a:endParaRPr lang="en-US" altLang="ko-KR" sz="1200" b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 algn="l" latinLnBrk="0">
              <a:buFont typeface="Arial" panose="020B0604020202020204" pitchFamily="34" charset="0"/>
              <a:buChar char="•"/>
            </a:pPr>
            <a:r>
              <a:rPr lang="ko-KR" altLang="en-US" sz="1200" b="0">
                <a:latin typeface="Noto Sans KR" panose="020B0200000000000000" pitchFamily="50" charset="-127"/>
                <a:ea typeface="Noto Sans KR" panose="020B0200000000000000" pitchFamily="50" charset="-127"/>
              </a:rPr>
              <a:t>구매내역과 예매내역을 한 서비스에서 관리</a:t>
            </a:r>
            <a:endParaRPr lang="en-US" altLang="ko-KR" sz="1200" b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 algn="l" latinLnBrk="0">
              <a:buFont typeface="Arial" panose="020B0604020202020204" pitchFamily="34" charset="0"/>
              <a:buChar char="•"/>
            </a:pPr>
            <a:r>
              <a:rPr lang="ko-KR" altLang="en-US" sz="1200" b="0">
                <a:latin typeface="Noto Sans KR" panose="020B0200000000000000" pitchFamily="50" charset="-127"/>
                <a:ea typeface="Noto Sans KR" panose="020B0200000000000000" pitchFamily="50" charset="-127"/>
              </a:rPr>
              <a:t>반복적인 서비스 이동과 탐색 과정을 줄여 이용 편의성 향상</a:t>
            </a:r>
            <a:endParaRPr sz="1200" b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xmlns="" id="{179B0001-E0C8-48F6-9F5C-99A2A882FB71}"/>
              </a:ext>
            </a:extLst>
          </p:cNvPr>
          <p:cNvSpPr txBox="1"/>
          <p:nvPr/>
        </p:nvSpPr>
        <p:spPr>
          <a:xfrm>
            <a:off x="8455117" y="2977696"/>
            <a:ext cx="2240280" cy="3154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latinLnBrk="0"/>
            <a:r>
              <a:rPr sz="1450" b="1" err="1">
                <a:solidFill>
                  <a:srgbClr val="3378C8"/>
                </a:solidFill>
                <a:latin typeface="Noto Sans KR" panose="020B0200000000000000" pitchFamily="50" charset="-127"/>
              </a:rPr>
              <a:t>확장</a:t>
            </a:r>
            <a:r>
              <a:rPr sz="1450" b="1">
                <a:solidFill>
                  <a:srgbClr val="3378C8"/>
                </a:solidFill>
                <a:latin typeface="Noto Sans KR" panose="020B0200000000000000" pitchFamily="50" charset="-127"/>
              </a:rPr>
              <a:t> </a:t>
            </a:r>
            <a:r>
              <a:rPr sz="1450" b="1" err="1">
                <a:solidFill>
                  <a:srgbClr val="3378C8"/>
                </a:solidFill>
                <a:latin typeface="Noto Sans KR" panose="020B0200000000000000" pitchFamily="50" charset="-127"/>
              </a:rPr>
              <a:t>가능</a:t>
            </a:r>
            <a:r>
              <a:rPr sz="1450" b="1">
                <a:solidFill>
                  <a:srgbClr val="3378C8"/>
                </a:solidFill>
                <a:latin typeface="Noto Sans KR" panose="020B0200000000000000" pitchFamily="50" charset="-127"/>
              </a:rPr>
              <a:t> </a:t>
            </a:r>
            <a:r>
              <a:rPr sz="1450" b="1" err="1">
                <a:solidFill>
                  <a:srgbClr val="3378C8"/>
                </a:solidFill>
                <a:latin typeface="Noto Sans KR" panose="020B0200000000000000" pitchFamily="50" charset="-127"/>
              </a:rPr>
              <a:t>구조</a:t>
            </a:r>
            <a:endParaRPr sz="1450" b="1">
              <a:solidFill>
                <a:srgbClr val="3378C8"/>
              </a:solidFill>
              <a:latin typeface="Noto Sans KR" panose="020B0200000000000000" pitchFamily="50" charset="-12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xmlns="" id="{8BFA3EB2-E8DA-4243-BE7E-83AD0CACF640}"/>
              </a:ext>
            </a:extLst>
          </p:cNvPr>
          <p:cNvSpPr txBox="1"/>
          <p:nvPr/>
        </p:nvSpPr>
        <p:spPr>
          <a:xfrm>
            <a:off x="7997917" y="3480616"/>
            <a:ext cx="2724912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171450" indent="-171450" algn="l" latinLnBrk="0">
              <a:buFont typeface="Arial" panose="020B0604020202020204" pitchFamily="34" charset="0"/>
              <a:buChar char="•"/>
            </a:pPr>
            <a:r>
              <a:rPr lang="ko-KR" altLang="en-US" sz="1200" b="0">
                <a:latin typeface="Noto Sans KR" panose="020B0200000000000000" pitchFamily="50" charset="-127"/>
                <a:ea typeface="Noto Sans KR" panose="020B0200000000000000" pitchFamily="50" charset="-127"/>
              </a:rPr>
              <a:t>도서</a:t>
            </a:r>
            <a:r>
              <a:rPr lang="en-US" altLang="ko-KR" sz="1200" b="0"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200" b="0">
                <a:latin typeface="Noto Sans KR" panose="020B0200000000000000" pitchFamily="50" charset="-127"/>
                <a:ea typeface="Noto Sans KR" panose="020B0200000000000000" pitchFamily="50" charset="-127"/>
              </a:rPr>
              <a:t>공연 외 다양한 문화 콘텐츠를 추가할 수 있는 형태로 구성</a:t>
            </a:r>
            <a:endParaRPr lang="en-US" altLang="ko-KR" sz="1200" b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 algn="l" latinLnBrk="0">
              <a:buFont typeface="Arial" panose="020B0604020202020204" pitchFamily="34" charset="0"/>
              <a:buChar char="•"/>
            </a:pPr>
            <a:r>
              <a:rPr lang="ko-KR" altLang="en-US" sz="1200" b="0">
                <a:latin typeface="Noto Sans KR" panose="020B0200000000000000" pitchFamily="50" charset="-127"/>
                <a:ea typeface="Noto Sans KR" panose="020B0200000000000000" pitchFamily="50" charset="-127"/>
              </a:rPr>
              <a:t>기존 주문</a:t>
            </a:r>
            <a:r>
              <a:rPr lang="en-US" altLang="ko-KR" sz="1200" b="0"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200" b="0">
                <a:latin typeface="Noto Sans KR" panose="020B0200000000000000" pitchFamily="50" charset="-127"/>
                <a:ea typeface="Noto Sans KR" panose="020B0200000000000000" pitchFamily="50" charset="-127"/>
              </a:rPr>
              <a:t>예매 흐름을 기반으로 추천</a:t>
            </a:r>
            <a:r>
              <a:rPr lang="en-US" altLang="ko-KR" sz="1200" b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200" b="0">
                <a:latin typeface="Noto Sans KR" panose="020B0200000000000000" pitchFamily="50" charset="-127"/>
                <a:ea typeface="Noto Sans KR" panose="020B0200000000000000" pitchFamily="50" charset="-127"/>
              </a:rPr>
              <a:t>알림 등 확장 가능</a:t>
            </a:r>
            <a:endParaRPr sz="1200" b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xmlns="" id="{CE8EA146-3237-40EB-80A5-69A53DB85EFD}"/>
              </a:ext>
            </a:extLst>
          </p:cNvPr>
          <p:cNvSpPr txBox="1"/>
          <p:nvPr/>
        </p:nvSpPr>
        <p:spPr>
          <a:xfrm>
            <a:off x="1199456" y="2995620"/>
            <a:ext cx="64008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latinLnBrk="0"/>
            <a:r>
              <a:rPr sz="1100" b="1">
                <a:solidFill>
                  <a:srgbClr val="2D77C2"/>
                </a:solidFill>
                <a:latin typeface="Noto Sans KR" panose="020B0200000000000000" pitchFamily="50" charset="-127"/>
              </a:rPr>
              <a:t>01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xmlns="" id="{CC7DE7F7-BB35-4C44-B94A-A42FA6D7BE77}"/>
              </a:ext>
            </a:extLst>
          </p:cNvPr>
          <p:cNvSpPr txBox="1"/>
          <p:nvPr/>
        </p:nvSpPr>
        <p:spPr>
          <a:xfrm>
            <a:off x="4628456" y="2995620"/>
            <a:ext cx="64008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latinLnBrk="0"/>
            <a:r>
              <a:rPr sz="1100" b="1">
                <a:solidFill>
                  <a:srgbClr val="3378C8"/>
                </a:solidFill>
                <a:latin typeface="Noto Sans KR" panose="020B0200000000000000" pitchFamily="50" charset="-127"/>
              </a:rPr>
              <a:t>02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xmlns="" id="{9F0BBF9F-8564-4242-A977-56573171FA5C}"/>
              </a:ext>
            </a:extLst>
          </p:cNvPr>
          <p:cNvSpPr txBox="1"/>
          <p:nvPr/>
        </p:nvSpPr>
        <p:spPr>
          <a:xfrm>
            <a:off x="8057456" y="2995620"/>
            <a:ext cx="64008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latinLnBrk="0"/>
            <a:r>
              <a:rPr sz="1100" b="1">
                <a:solidFill>
                  <a:srgbClr val="2D77C2"/>
                </a:solidFill>
                <a:latin typeface="Noto Sans KR" panose="020B0200000000000000" pitchFamily="50" charset="-127"/>
              </a:rPr>
              <a:t>03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xmlns="" id="{F917A34D-0298-419A-8A0A-8027C8A616C2}"/>
              </a:ext>
            </a:extLst>
          </p:cNvPr>
          <p:cNvSpPr txBox="1"/>
          <p:nvPr/>
        </p:nvSpPr>
        <p:spPr>
          <a:xfrm>
            <a:off x="960120" y="1628800"/>
            <a:ext cx="10058400" cy="738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latinLnBrk="0"/>
            <a:r>
              <a:rPr lang="ko-KR" altLang="en-US" sz="2100" b="1">
                <a:solidFill>
                  <a:srgbClr val="2B394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도서와 공연을 하나의 서비스에서 연결하여 사용자 편의성을 높이고</a:t>
            </a:r>
            <a:r>
              <a:rPr lang="en-US" altLang="ko-KR" sz="2100" b="1">
                <a:solidFill>
                  <a:srgbClr val="2B394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2100" b="1">
                <a:solidFill>
                  <a:srgbClr val="2B394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실제 서비스로 확장 가능한 구조를 구현</a:t>
            </a:r>
            <a:endParaRPr sz="2100" b="1">
              <a:solidFill>
                <a:srgbClr val="2B3949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727254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67">
            <a:extLst>
              <a:ext uri="{FF2B5EF4-FFF2-40B4-BE49-F238E27FC236}">
                <a16:creationId xmlns:a16="http://schemas.microsoft.com/office/drawing/2014/main" xmlns="" id="{B671D4D4-5D7A-4315-8F08-293925B8B1BA}"/>
              </a:ext>
            </a:extLst>
          </p:cNvPr>
          <p:cNvSpPr txBox="1"/>
          <p:nvPr/>
        </p:nvSpPr>
        <p:spPr>
          <a:xfrm>
            <a:off x="1076694" y="332656"/>
            <a:ext cx="690102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defRPr/>
            </a:pPr>
            <a:r>
              <a:rPr lang="ko-KR" altLang="en-US" sz="2800" b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개발 후기 및 </a:t>
            </a:r>
            <a:r>
              <a:rPr lang="ko-KR" altLang="en-US" sz="2800" b="1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느낀점</a:t>
            </a:r>
            <a:endParaRPr lang="en-US" altLang="ko-KR" sz="2800" b="1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atinLnBrk="0">
              <a:defRPr/>
            </a:pPr>
            <a:r>
              <a:rPr lang="ko-KR" altLang="en-US" sz="1600" b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향후 보완 계획</a:t>
            </a:r>
          </a:p>
        </p:txBody>
      </p:sp>
      <p:sp>
        <p:nvSpPr>
          <p:cNvPr id="69" name="타원 68">
            <a:extLst>
              <a:ext uri="{FF2B5EF4-FFF2-40B4-BE49-F238E27FC236}">
                <a16:creationId xmlns:a16="http://schemas.microsoft.com/office/drawing/2014/main" xmlns="" id="{9335FBE7-7948-49CB-A400-4210EF31A78D}"/>
              </a:ext>
            </a:extLst>
          </p:cNvPr>
          <p:cNvSpPr/>
          <p:nvPr/>
        </p:nvSpPr>
        <p:spPr>
          <a:xfrm>
            <a:off x="293510" y="216809"/>
            <a:ext cx="831202" cy="885964"/>
          </a:xfrm>
          <a:prstGeom prst="ellipse">
            <a:avLst/>
          </a:prstGeom>
          <a:solidFill>
            <a:srgbClr val="337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>
                <a:latin typeface="Noto Sans KR" panose="020B0200000000000000" pitchFamily="50" charset="-127"/>
                <a:ea typeface="Noto Sans KR" panose="020B0200000000000000" pitchFamily="50" charset="-127"/>
              </a:rPr>
              <a:t>04</a:t>
            </a:r>
            <a:endParaRPr lang="ko-KR" altLang="en-US" sz="24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xmlns="" id="{F01F06DB-9771-4836-8604-DDCB71B5218A}"/>
              </a:ext>
            </a:extLst>
          </p:cNvPr>
          <p:cNvSpPr/>
          <p:nvPr/>
        </p:nvSpPr>
        <p:spPr>
          <a:xfrm>
            <a:off x="1019436" y="1700808"/>
            <a:ext cx="4284476" cy="1260140"/>
          </a:xfrm>
          <a:prstGeom prst="roundRect">
            <a:avLst/>
          </a:prstGeom>
          <a:noFill/>
          <a:ln w="19050">
            <a:solidFill>
              <a:srgbClr val="3378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xmlns="" id="{E0BEA7A1-0DA4-40A4-B4F3-C5811952831E}"/>
              </a:ext>
            </a:extLst>
          </p:cNvPr>
          <p:cNvSpPr/>
          <p:nvPr/>
        </p:nvSpPr>
        <p:spPr>
          <a:xfrm>
            <a:off x="6888088" y="1700808"/>
            <a:ext cx="4284476" cy="1260140"/>
          </a:xfrm>
          <a:prstGeom prst="roundRect">
            <a:avLst/>
          </a:prstGeom>
          <a:solidFill>
            <a:srgbClr val="3378C8"/>
          </a:solidFill>
          <a:ln w="19050">
            <a:solidFill>
              <a:srgbClr val="3378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xmlns="" id="{8360ABA7-8D55-42DC-B6EC-E815F494AE92}"/>
              </a:ext>
            </a:extLst>
          </p:cNvPr>
          <p:cNvSpPr/>
          <p:nvPr/>
        </p:nvSpPr>
        <p:spPr>
          <a:xfrm>
            <a:off x="5303912" y="2294874"/>
            <a:ext cx="1368152" cy="5400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87F42465-CA37-4854-9E57-EA72F9850122}"/>
              </a:ext>
            </a:extLst>
          </p:cNvPr>
          <p:cNvSpPr txBox="1"/>
          <p:nvPr/>
        </p:nvSpPr>
        <p:spPr>
          <a:xfrm>
            <a:off x="1055440" y="1376772"/>
            <a:ext cx="18362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좌석 배치 </a:t>
            </a:r>
            <a:r>
              <a:rPr lang="en-US" altLang="ko-KR" sz="1400" b="1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UI</a:t>
            </a:r>
            <a:endParaRPr lang="ko-KR" altLang="en-US" sz="1400" b="1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9932CEFB-9BFC-4D96-B587-F6B94EFE2D80}"/>
              </a:ext>
            </a:extLst>
          </p:cNvPr>
          <p:cNvSpPr txBox="1"/>
          <p:nvPr/>
        </p:nvSpPr>
        <p:spPr>
          <a:xfrm>
            <a:off x="1163452" y="1844824"/>
            <a:ext cx="40324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ko-KR" altLang="en-US" sz="1400">
                <a:latin typeface="Noto Sans KR" panose="020B0200000000000000" pitchFamily="50" charset="-127"/>
                <a:ea typeface="Noto Sans KR" panose="020B0200000000000000" pitchFamily="50" charset="-127"/>
              </a:rPr>
              <a:t>공연장마다 좌석 수와 구조가 달라 하나의 고정된 좌석 배치를 적용하기 어려움</a:t>
            </a:r>
            <a:br>
              <a:rPr lang="ko-KR" altLang="en-US" sz="140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400">
                <a:latin typeface="Noto Sans KR" panose="020B0200000000000000" pitchFamily="50" charset="-127"/>
                <a:ea typeface="Noto Sans KR" panose="020B0200000000000000" pitchFamily="50" charset="-127"/>
              </a:rPr>
              <a:t>특히 대형 공연장은 수천 석 규모라 모든 좌석을 한 화면에 표시할 경우 가독성과 조작성이 떨어짐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36E4FB14-95FB-4F64-BF02-0BEDFDE0B66C}"/>
              </a:ext>
            </a:extLst>
          </p:cNvPr>
          <p:cNvSpPr txBox="1"/>
          <p:nvPr/>
        </p:nvSpPr>
        <p:spPr>
          <a:xfrm>
            <a:off x="7068108" y="1772816"/>
            <a:ext cx="403244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ko-KR" altLang="en-US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공연장별 좌석 배치 정보를 별도로 관리하고</a:t>
            </a:r>
            <a:r>
              <a:rPr lang="en-US" altLang="ko-KR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구역</a:t>
            </a:r>
            <a:r>
              <a:rPr lang="en-US" altLang="ko-KR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등급 단위로 먼저 좌석 수와 잔여석을 표시</a:t>
            </a:r>
            <a:br>
              <a:rPr lang="ko-KR" altLang="en-US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이후 선택한 구역 내부에서 세부 좌석을 조회하도록 단계적으로 구성해 실제 공연장 구조에 가까운 </a:t>
            </a:r>
            <a:r>
              <a:rPr lang="en-US" altLang="ko-KR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UI</a:t>
            </a:r>
            <a:r>
              <a:rPr lang="ko-KR" altLang="en-US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 개선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xmlns="" id="{2710C287-FCA0-4741-AA59-9D85339DFA25}"/>
              </a:ext>
            </a:extLst>
          </p:cNvPr>
          <p:cNvSpPr/>
          <p:nvPr/>
        </p:nvSpPr>
        <p:spPr>
          <a:xfrm>
            <a:off x="1016700" y="4149080"/>
            <a:ext cx="4284476" cy="1260140"/>
          </a:xfrm>
          <a:prstGeom prst="roundRect">
            <a:avLst/>
          </a:prstGeom>
          <a:noFill/>
          <a:ln w="19050">
            <a:solidFill>
              <a:srgbClr val="3378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xmlns="" id="{FAC7EBA0-72C3-4ACE-9E0C-A616B7D268B2}"/>
              </a:ext>
            </a:extLst>
          </p:cNvPr>
          <p:cNvSpPr/>
          <p:nvPr/>
        </p:nvSpPr>
        <p:spPr>
          <a:xfrm>
            <a:off x="6885352" y="4149080"/>
            <a:ext cx="4284476" cy="1260140"/>
          </a:xfrm>
          <a:prstGeom prst="roundRect">
            <a:avLst/>
          </a:prstGeom>
          <a:solidFill>
            <a:srgbClr val="3378C8"/>
          </a:solidFill>
          <a:ln w="19050">
            <a:solidFill>
              <a:srgbClr val="3378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화살표: 오른쪽 31">
            <a:extLst>
              <a:ext uri="{FF2B5EF4-FFF2-40B4-BE49-F238E27FC236}">
                <a16:creationId xmlns:a16="http://schemas.microsoft.com/office/drawing/2014/main" xmlns="" id="{04CABBA7-32B1-4424-A494-F17F5D5B038F}"/>
              </a:ext>
            </a:extLst>
          </p:cNvPr>
          <p:cNvSpPr/>
          <p:nvPr/>
        </p:nvSpPr>
        <p:spPr>
          <a:xfrm>
            <a:off x="5301176" y="4743146"/>
            <a:ext cx="1368152" cy="5400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xmlns="" id="{67275266-1A26-4FDB-B19E-363D0003E241}"/>
              </a:ext>
            </a:extLst>
          </p:cNvPr>
          <p:cNvSpPr txBox="1"/>
          <p:nvPr/>
        </p:nvSpPr>
        <p:spPr>
          <a:xfrm>
            <a:off x="1052704" y="3825044"/>
            <a:ext cx="18362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미결제 주문 스케줄러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xmlns="" id="{EACFCB90-5071-4478-A9E1-928A5E49F7BD}"/>
              </a:ext>
            </a:extLst>
          </p:cNvPr>
          <p:cNvSpPr txBox="1"/>
          <p:nvPr/>
        </p:nvSpPr>
        <p:spPr>
          <a:xfrm>
            <a:off x="1160716" y="4203086"/>
            <a:ext cx="403244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ko-KR" altLang="en-US" sz="1400">
                <a:latin typeface="Noto Sans KR" panose="020B0200000000000000" pitchFamily="50" charset="-127"/>
                <a:ea typeface="Noto Sans KR" panose="020B0200000000000000" pitchFamily="50" charset="-127"/>
              </a:rPr>
              <a:t>현재 스케줄러가 일정 주기로 만료된 주문을 조회해 자동 취소 및 재고 복구를 수행</a:t>
            </a:r>
            <a:endParaRPr lang="en-US" altLang="ko-KR" sz="14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atinLnBrk="0"/>
            <a:r>
              <a:rPr lang="ko-KR" altLang="en-US" sz="1400">
                <a:latin typeface="Noto Sans KR" panose="020B0200000000000000" pitchFamily="50" charset="-127"/>
                <a:ea typeface="Noto Sans KR" panose="020B0200000000000000" pitchFamily="50" charset="-127"/>
              </a:rPr>
              <a:t>주문이 대량으로 누적될 경우 한 번의 실행에서 많은 주문과 재고 데이터를 동시에 처리하여 </a:t>
            </a:r>
            <a:r>
              <a:rPr lang="en-US" altLang="ko-KR" sz="1400">
                <a:latin typeface="Noto Sans KR" panose="020B0200000000000000" pitchFamily="50" charset="-127"/>
                <a:ea typeface="Noto Sans KR" panose="020B0200000000000000" pitchFamily="50" charset="-127"/>
              </a:rPr>
              <a:t>DB </a:t>
            </a:r>
            <a:r>
              <a:rPr lang="ko-KR" altLang="en-US" sz="1400">
                <a:latin typeface="Noto Sans KR" panose="020B0200000000000000" pitchFamily="50" charset="-127"/>
                <a:ea typeface="Noto Sans KR" panose="020B0200000000000000" pitchFamily="50" charset="-127"/>
              </a:rPr>
              <a:t>부하가 커질 가능성이 있음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xmlns="" id="{AB1317A3-7202-4DD6-BDB2-41C35224F1BB}"/>
              </a:ext>
            </a:extLst>
          </p:cNvPr>
          <p:cNvSpPr txBox="1"/>
          <p:nvPr/>
        </p:nvSpPr>
        <p:spPr>
          <a:xfrm>
            <a:off x="7032104" y="4293095"/>
            <a:ext cx="40324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ko-KR" altLang="en-US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만료 주문을 한 번에 모두 처리하지 않고 페이지 또는 일정 건수 단위로 나누어 순차 처리</a:t>
            </a:r>
            <a:endParaRPr lang="en-US" altLang="ko-KR" sz="140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atinLnBrk="0"/>
            <a:r>
              <a:rPr lang="ko-KR" altLang="en-US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대량 주문 발생 상황에서도 한 번의 트랜잭션과 </a:t>
            </a:r>
            <a:r>
              <a:rPr lang="en-US" altLang="ko-KR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DB </a:t>
            </a:r>
            <a:r>
              <a:rPr lang="ko-KR" altLang="en-US" sz="140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접근량을</a:t>
            </a:r>
            <a:r>
              <a:rPr lang="ko-KR" altLang="en-US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제한해 서버 부하를 분산하도록 개선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xmlns="" id="{7946BFF8-33D5-4417-9A2B-0FBCA648F71C}"/>
              </a:ext>
            </a:extLst>
          </p:cNvPr>
          <p:cNvSpPr txBox="1"/>
          <p:nvPr/>
        </p:nvSpPr>
        <p:spPr>
          <a:xfrm>
            <a:off x="6885352" y="1376772"/>
            <a:ext cx="3171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보완 계획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xmlns="" id="{91A4967B-DC0C-4B7E-B255-6B1B2A480D1A}"/>
              </a:ext>
            </a:extLst>
          </p:cNvPr>
          <p:cNvSpPr txBox="1"/>
          <p:nvPr/>
        </p:nvSpPr>
        <p:spPr>
          <a:xfrm>
            <a:off x="6885352" y="3822722"/>
            <a:ext cx="3171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보완 계획</a:t>
            </a:r>
          </a:p>
        </p:txBody>
      </p:sp>
    </p:spTree>
    <p:extLst>
      <p:ext uri="{BB962C8B-B14F-4D97-AF65-F5344CB8AC3E}">
        <p14:creationId xmlns:p14="http://schemas.microsoft.com/office/powerpoint/2010/main" xmlns="" val="2752361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67">
            <a:extLst>
              <a:ext uri="{FF2B5EF4-FFF2-40B4-BE49-F238E27FC236}">
                <a16:creationId xmlns:a16="http://schemas.microsoft.com/office/drawing/2014/main" xmlns="" id="{B671D4D4-5D7A-4315-8F08-293925B8B1BA}"/>
              </a:ext>
            </a:extLst>
          </p:cNvPr>
          <p:cNvSpPr txBox="1"/>
          <p:nvPr/>
        </p:nvSpPr>
        <p:spPr>
          <a:xfrm>
            <a:off x="1076694" y="332656"/>
            <a:ext cx="690102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defRPr/>
            </a:pPr>
            <a:r>
              <a:rPr lang="ko-KR" altLang="en-US" sz="2800" b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개발 후기 및 </a:t>
            </a:r>
            <a:r>
              <a:rPr lang="ko-KR" altLang="en-US" sz="2800" b="1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느낀점</a:t>
            </a:r>
            <a:endParaRPr lang="en-US" altLang="ko-KR" sz="2800" b="1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atinLnBrk="0">
              <a:defRPr/>
            </a:pPr>
            <a:r>
              <a:rPr lang="ko-KR" altLang="en-US" sz="1600" b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향후 보완 계획</a:t>
            </a:r>
          </a:p>
        </p:txBody>
      </p:sp>
      <p:sp>
        <p:nvSpPr>
          <p:cNvPr id="69" name="타원 68">
            <a:extLst>
              <a:ext uri="{FF2B5EF4-FFF2-40B4-BE49-F238E27FC236}">
                <a16:creationId xmlns:a16="http://schemas.microsoft.com/office/drawing/2014/main" xmlns="" id="{9335FBE7-7948-49CB-A400-4210EF31A78D}"/>
              </a:ext>
            </a:extLst>
          </p:cNvPr>
          <p:cNvSpPr/>
          <p:nvPr/>
        </p:nvSpPr>
        <p:spPr>
          <a:xfrm>
            <a:off x="293510" y="216809"/>
            <a:ext cx="831202" cy="885964"/>
          </a:xfrm>
          <a:prstGeom prst="ellipse">
            <a:avLst/>
          </a:prstGeom>
          <a:solidFill>
            <a:srgbClr val="337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>
                <a:latin typeface="Noto Sans KR" panose="020B0200000000000000" pitchFamily="50" charset="-127"/>
                <a:ea typeface="Noto Sans KR" panose="020B0200000000000000" pitchFamily="50" charset="-127"/>
              </a:rPr>
              <a:t>04</a:t>
            </a:r>
            <a:endParaRPr lang="ko-KR" altLang="en-US" sz="24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xmlns="" id="{F01F06DB-9771-4836-8604-DDCB71B5218A}"/>
              </a:ext>
            </a:extLst>
          </p:cNvPr>
          <p:cNvSpPr/>
          <p:nvPr/>
        </p:nvSpPr>
        <p:spPr>
          <a:xfrm>
            <a:off x="1019436" y="4096816"/>
            <a:ext cx="4284476" cy="1489477"/>
          </a:xfrm>
          <a:prstGeom prst="roundRect">
            <a:avLst/>
          </a:prstGeom>
          <a:noFill/>
          <a:ln w="19050">
            <a:solidFill>
              <a:srgbClr val="3378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xmlns="" id="{E0BEA7A1-0DA4-40A4-B4F3-C5811952831E}"/>
              </a:ext>
            </a:extLst>
          </p:cNvPr>
          <p:cNvSpPr/>
          <p:nvPr/>
        </p:nvSpPr>
        <p:spPr>
          <a:xfrm>
            <a:off x="6888088" y="4096816"/>
            <a:ext cx="4284476" cy="1489477"/>
          </a:xfrm>
          <a:prstGeom prst="roundRect">
            <a:avLst/>
          </a:prstGeom>
          <a:solidFill>
            <a:srgbClr val="3378C8"/>
          </a:solidFill>
          <a:ln w="19050">
            <a:solidFill>
              <a:srgbClr val="3378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xmlns="" id="{8360ABA7-8D55-42DC-B6EC-E815F494AE92}"/>
              </a:ext>
            </a:extLst>
          </p:cNvPr>
          <p:cNvSpPr/>
          <p:nvPr/>
        </p:nvSpPr>
        <p:spPr>
          <a:xfrm>
            <a:off x="5309013" y="4814551"/>
            <a:ext cx="1368152" cy="5400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87F42465-CA37-4854-9E57-EA72F9850122}"/>
              </a:ext>
            </a:extLst>
          </p:cNvPr>
          <p:cNvSpPr txBox="1"/>
          <p:nvPr/>
        </p:nvSpPr>
        <p:spPr>
          <a:xfrm>
            <a:off x="1055440" y="3772781"/>
            <a:ext cx="29163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err="1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대기열</a:t>
            </a:r>
            <a:r>
              <a:rPr lang="ko-KR" altLang="en-US" sz="1400" b="1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시스템</a:t>
            </a:r>
            <a:endParaRPr lang="ko-KR" altLang="en-US" sz="1400" b="1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xmlns="" id="{36ED0236-E25B-4038-87A7-BB2048D47D87}"/>
              </a:ext>
            </a:extLst>
          </p:cNvPr>
          <p:cNvSpPr/>
          <p:nvPr/>
        </p:nvSpPr>
        <p:spPr>
          <a:xfrm>
            <a:off x="1016700" y="1720553"/>
            <a:ext cx="4284476" cy="1343182"/>
          </a:xfrm>
          <a:prstGeom prst="roundRect">
            <a:avLst/>
          </a:prstGeom>
          <a:noFill/>
          <a:ln w="19050">
            <a:solidFill>
              <a:srgbClr val="3378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xmlns="" id="{464B5C79-8F67-473A-BE26-0C6E7012248B}"/>
              </a:ext>
            </a:extLst>
          </p:cNvPr>
          <p:cNvSpPr/>
          <p:nvPr/>
        </p:nvSpPr>
        <p:spPr>
          <a:xfrm>
            <a:off x="6885352" y="1720553"/>
            <a:ext cx="4284476" cy="1343182"/>
          </a:xfrm>
          <a:prstGeom prst="roundRect">
            <a:avLst/>
          </a:prstGeom>
          <a:solidFill>
            <a:srgbClr val="3378C8"/>
          </a:solidFill>
          <a:ln w="19050">
            <a:solidFill>
              <a:srgbClr val="3378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화살표: 오른쪽 25">
            <a:extLst>
              <a:ext uri="{FF2B5EF4-FFF2-40B4-BE49-F238E27FC236}">
                <a16:creationId xmlns:a16="http://schemas.microsoft.com/office/drawing/2014/main" xmlns="" id="{C7A8EF33-4798-4A18-A250-D293148341AD}"/>
              </a:ext>
            </a:extLst>
          </p:cNvPr>
          <p:cNvSpPr/>
          <p:nvPr/>
        </p:nvSpPr>
        <p:spPr>
          <a:xfrm>
            <a:off x="5309013" y="2365141"/>
            <a:ext cx="1368152" cy="5400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D330018F-8CB8-482C-9AF6-75C437D4A8FF}"/>
              </a:ext>
            </a:extLst>
          </p:cNvPr>
          <p:cNvSpPr txBox="1"/>
          <p:nvPr/>
        </p:nvSpPr>
        <p:spPr>
          <a:xfrm>
            <a:off x="1052704" y="1396517"/>
            <a:ext cx="3171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도서</a:t>
            </a:r>
            <a:r>
              <a:rPr lang="en-US" altLang="ko-KR" sz="1400" b="1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· </a:t>
            </a:r>
            <a:r>
              <a:rPr lang="ko-KR" altLang="en-US" sz="1400" b="1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공연 콘텐츠 연결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39E0458E-308B-4B54-9467-5B6EFC69D99F}"/>
              </a:ext>
            </a:extLst>
          </p:cNvPr>
          <p:cNvSpPr txBox="1"/>
          <p:nvPr/>
        </p:nvSpPr>
        <p:spPr>
          <a:xfrm>
            <a:off x="1124712" y="1792561"/>
            <a:ext cx="403244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ko-KR" altLang="en-US" sz="1400">
                <a:latin typeface="Noto Sans KR" panose="020B0200000000000000" pitchFamily="50" charset="-127"/>
                <a:ea typeface="Noto Sans KR" panose="020B0200000000000000" pitchFamily="50" charset="-127"/>
              </a:rPr>
              <a:t>현재 도서와 공연의 연계 데이터가 제한적이며 일부 콘텐츠는 직접 연결 정보를 등록하는 방식으로 구성</a:t>
            </a:r>
            <a:endParaRPr lang="en-US" altLang="ko-KR" sz="14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atinLnBrk="0"/>
            <a:r>
              <a:rPr lang="ko-KR" altLang="en-US" sz="1400">
                <a:latin typeface="Noto Sans KR" panose="020B0200000000000000" pitchFamily="50" charset="-127"/>
                <a:ea typeface="Noto Sans KR" panose="020B0200000000000000" pitchFamily="50" charset="-127"/>
              </a:rPr>
              <a:t>데이터가 증가할 경우 모든 연관 관계를 수동으로 관리하기 어렵고 새로운 콘텐츠가 추가될 때마다 별도 작업이 필요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xmlns="" id="{2F246528-5096-4B7C-A82F-7A72F364964B}"/>
              </a:ext>
            </a:extLst>
          </p:cNvPr>
          <p:cNvSpPr txBox="1"/>
          <p:nvPr/>
        </p:nvSpPr>
        <p:spPr>
          <a:xfrm>
            <a:off x="7065372" y="1792561"/>
            <a:ext cx="403244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ko-KR" altLang="en-US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도서 제목</a:t>
            </a:r>
            <a:r>
              <a:rPr lang="en-US" altLang="ko-KR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40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공연명</a:t>
            </a:r>
            <a:r>
              <a:rPr lang="en-US" altLang="ko-KR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원작 정보</a:t>
            </a:r>
            <a:r>
              <a:rPr lang="en-US" altLang="ko-KR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40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작가명</a:t>
            </a:r>
            <a:r>
              <a:rPr lang="ko-KR" altLang="en-US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등의 키워드를 활용해 연관 가능성이 높은 콘텐츠를 자동으로 탐색</a:t>
            </a:r>
            <a:endParaRPr lang="en-US" altLang="ko-KR" sz="140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atinLnBrk="0"/>
            <a:r>
              <a:rPr lang="ko-KR" altLang="en-US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매칭된 후보를 관리자에서 확인</a:t>
            </a:r>
            <a:r>
              <a:rPr lang="en-US" altLang="ko-KR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승인하는 방식으로 확장하여 연계 데이터 관리의 자동화와 정확성을 함께 확보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xmlns="" id="{9B9D52A7-9702-446A-A148-132DE0C901CD}"/>
              </a:ext>
            </a:extLst>
          </p:cNvPr>
          <p:cNvSpPr txBox="1"/>
          <p:nvPr/>
        </p:nvSpPr>
        <p:spPr>
          <a:xfrm>
            <a:off x="6885352" y="1376772"/>
            <a:ext cx="3171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보완 계획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279E1DC2-0171-4946-B536-D66E07F3D663}"/>
              </a:ext>
            </a:extLst>
          </p:cNvPr>
          <p:cNvSpPr txBox="1"/>
          <p:nvPr/>
        </p:nvSpPr>
        <p:spPr>
          <a:xfrm>
            <a:off x="6878210" y="3770458"/>
            <a:ext cx="3171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보완 계획</a:t>
            </a:r>
            <a:endParaRPr lang="ko-KR" altLang="en-US" sz="1400" b="1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127448" y="4293096"/>
            <a:ext cx="39604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smtClean="0">
                <a:latin typeface="Noto Sans KR" pitchFamily="50" charset="-127"/>
                <a:ea typeface="Noto Sans KR" pitchFamily="50" charset="-127"/>
              </a:rPr>
              <a:t>Redis</a:t>
            </a:r>
            <a:r>
              <a:rPr lang="ko-KR" altLang="en-US" sz="1400" smtClean="0">
                <a:latin typeface="Noto Sans KR" pitchFamily="50" charset="-127"/>
                <a:ea typeface="Noto Sans KR" pitchFamily="50" charset="-127"/>
              </a:rPr>
              <a:t>로 </a:t>
            </a:r>
            <a:r>
              <a:rPr lang="ko-KR" altLang="en-US" sz="1400" err="1" smtClean="0">
                <a:latin typeface="Noto Sans KR" pitchFamily="50" charset="-127"/>
                <a:ea typeface="Noto Sans KR" pitchFamily="50" charset="-127"/>
              </a:rPr>
              <a:t>락으로</a:t>
            </a:r>
            <a:r>
              <a:rPr lang="ko-KR" altLang="en-US" sz="1400" smtClean="0">
                <a:latin typeface="Noto Sans KR" pitchFamily="50" charset="-127"/>
                <a:ea typeface="Noto Sans KR" pitchFamily="50" charset="-127"/>
              </a:rPr>
              <a:t> 중복요청을 막지만 탈락한 사용자의 지속적인 요청이나 많은 사용자가 한꺼번에 들어오는 겨우에 중복 요청이 많아지고 사용자 경험이 나빠질 가능성이 높음</a:t>
            </a:r>
            <a:endParaRPr lang="en-US" altLang="ko-KR" sz="1400" smtClean="0">
              <a:latin typeface="Noto Sans KR" pitchFamily="50" charset="-127"/>
              <a:ea typeface="Noto Sans KR" pitchFamily="50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140116" y="4437112"/>
            <a:ext cx="396044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err="1" smtClean="0">
                <a:solidFill>
                  <a:schemeClr val="bg1"/>
                </a:solidFill>
                <a:latin typeface="Noto Sans KR" pitchFamily="50" charset="-127"/>
                <a:ea typeface="Noto Sans KR" pitchFamily="50" charset="-127"/>
              </a:rPr>
              <a:t>Zset</a:t>
            </a:r>
            <a:r>
              <a:rPr lang="ko-KR" altLang="en-US" sz="1400" smtClean="0">
                <a:solidFill>
                  <a:schemeClr val="bg1"/>
                </a:solidFill>
                <a:latin typeface="Noto Sans KR" pitchFamily="50" charset="-127"/>
                <a:ea typeface="Noto Sans KR" pitchFamily="50" charset="-127"/>
              </a:rPr>
              <a:t>기반 </a:t>
            </a:r>
            <a:r>
              <a:rPr lang="ko-KR" altLang="en-US" sz="1400" err="1" smtClean="0">
                <a:solidFill>
                  <a:schemeClr val="bg1"/>
                </a:solidFill>
                <a:latin typeface="Noto Sans KR" pitchFamily="50" charset="-127"/>
                <a:ea typeface="Noto Sans KR" pitchFamily="50" charset="-127"/>
              </a:rPr>
              <a:t>대기열을</a:t>
            </a:r>
            <a:r>
              <a:rPr lang="ko-KR" altLang="en-US" sz="1400" smtClean="0">
                <a:solidFill>
                  <a:schemeClr val="bg1"/>
                </a:solidFill>
                <a:latin typeface="Noto Sans KR" pitchFamily="50" charset="-127"/>
                <a:ea typeface="Noto Sans KR" pitchFamily="50" charset="-127"/>
              </a:rPr>
              <a:t> 도입하여 티켓 오픈 시 사용자를 </a:t>
            </a:r>
            <a:r>
              <a:rPr lang="ko-KR" altLang="en-US" sz="1400" err="1" smtClean="0">
                <a:solidFill>
                  <a:schemeClr val="bg1"/>
                </a:solidFill>
                <a:latin typeface="Noto Sans KR" pitchFamily="50" charset="-127"/>
                <a:ea typeface="Noto Sans KR" pitchFamily="50" charset="-127"/>
              </a:rPr>
              <a:t>대기열에</a:t>
            </a:r>
            <a:r>
              <a:rPr lang="ko-KR" altLang="en-US" sz="1400" smtClean="0">
                <a:solidFill>
                  <a:schemeClr val="bg1"/>
                </a:solidFill>
                <a:latin typeface="Noto Sans KR" pitchFamily="50" charset="-127"/>
                <a:ea typeface="Noto Sans KR" pitchFamily="50" charset="-127"/>
              </a:rPr>
              <a:t> 투입하고 서버 처리 한도에 맞춰 입장시키는 구조로 변경</a:t>
            </a:r>
            <a:endParaRPr lang="en-US" altLang="ko-KR" sz="1400" smtClean="0">
              <a:solidFill>
                <a:schemeClr val="bg1"/>
              </a:solidFill>
              <a:latin typeface="Noto Sans KR" pitchFamily="50" charset="-127"/>
              <a:ea typeface="Noto Sans KR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87278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래픽 4">
            <a:extLst>
              <a:ext uri="{FF2B5EF4-FFF2-40B4-BE49-F238E27FC236}">
                <a16:creationId xmlns:a16="http://schemas.microsoft.com/office/drawing/2014/main" xmlns="" id="{9FC3ABD8-BB74-4398-BD1F-6B7EC0807EA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7269" y="7346"/>
            <a:ext cx="12192000" cy="6858000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xmlns="" id="{BFE57B03-9E48-4571-B5A7-4B6C4D300C70}"/>
              </a:ext>
            </a:extLst>
          </p:cNvPr>
          <p:cNvSpPr/>
          <p:nvPr/>
        </p:nvSpPr>
        <p:spPr>
          <a:xfrm>
            <a:off x="731520" y="2377440"/>
            <a:ext cx="1069848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42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THANK YOU</a:t>
            </a:r>
            <a:endParaRPr lang="en-US" sz="42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xmlns="" id="{C2F7F355-35DA-41BD-B93D-128528D43A9F}"/>
              </a:ext>
            </a:extLst>
          </p:cNvPr>
          <p:cNvSpPr/>
          <p:nvPr/>
        </p:nvSpPr>
        <p:spPr>
          <a:xfrm>
            <a:off x="731520" y="3154680"/>
            <a:ext cx="10698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>
                <a:solidFill>
                  <a:srgbClr val="EAF4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BOOKETING — 책에서 공연까지, 하나의 서비스로</a:t>
            </a:r>
            <a:endParaRPr lang="en-US" sz="16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xmlns="" id="{C1C08480-C556-448B-B94C-927B1C5B96FD}"/>
              </a:ext>
            </a:extLst>
          </p:cNvPr>
          <p:cNvSpPr/>
          <p:nvPr/>
        </p:nvSpPr>
        <p:spPr>
          <a:xfrm>
            <a:off x="731520" y="3977640"/>
            <a:ext cx="10698480" cy="675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44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Q&amp;A</a:t>
            </a:r>
            <a:endParaRPr lang="en-US" sz="44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370004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8931</TotalTime>
  <Words>2189</Words>
  <Application>Microsoft Office PowerPoint</Application>
  <PresentationFormat>사용자 지정</PresentationFormat>
  <Paragraphs>521</Paragraphs>
  <Slides>37</Slides>
  <Notes>0</Notes>
  <HiddenSlides>0</HiddenSlides>
  <MMClips>1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37</vt:i4>
      </vt:variant>
    </vt:vector>
  </HeadingPairs>
  <TitlesOfParts>
    <vt:vector size="38" baseType="lpstr">
      <vt:lpstr>Office 테마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  <vt:lpstr>슬라이드 26</vt:lpstr>
      <vt:lpstr>슬라이드 27</vt:lpstr>
      <vt:lpstr>슬라이드 28</vt:lpstr>
      <vt:lpstr>슬라이드 29</vt:lpstr>
      <vt:lpstr>슬라이드 30</vt:lpstr>
      <vt:lpstr>슬라이드 31</vt:lpstr>
      <vt:lpstr>슬라이드 32</vt:lpstr>
      <vt:lpstr>슬라이드 33</vt:lpstr>
      <vt:lpstr>슬라이드 34</vt:lpstr>
      <vt:lpstr>슬라이드 35</vt:lpstr>
      <vt:lpstr>슬라이드 36</vt:lpstr>
      <vt:lpstr>슬라이드 37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김준영</dc:creator>
  <cp:lastModifiedBy>신현탁</cp:lastModifiedBy>
  <cp:revision>191</cp:revision>
  <dcterms:created xsi:type="dcterms:W3CDTF">2023-12-20T03:00:25Z</dcterms:created>
  <dcterms:modified xsi:type="dcterms:W3CDTF">2026-09-08T07:28:45Z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